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2" r:id="rId2"/>
    <p:sldId id="279" r:id="rId3"/>
    <p:sldId id="265" r:id="rId4"/>
    <p:sldId id="257" r:id="rId5"/>
    <p:sldId id="264" r:id="rId6"/>
    <p:sldId id="282" r:id="rId7"/>
    <p:sldId id="286" r:id="rId8"/>
    <p:sldId id="287" r:id="rId9"/>
    <p:sldId id="269" r:id="rId10"/>
    <p:sldId id="263" r:id="rId11"/>
    <p:sldId id="276" r:id="rId12"/>
    <p:sldId id="288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Передельская Т.В." initials="ПТ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A4E"/>
    <a:srgbClr val="F97167"/>
    <a:srgbClr val="FA837A"/>
    <a:srgbClr val="FB9879"/>
    <a:srgbClr val="F19B83"/>
    <a:srgbClr val="52AB4B"/>
    <a:srgbClr val="67B83E"/>
    <a:srgbClr val="C1DC90"/>
    <a:srgbClr val="C3E488"/>
    <a:srgbClr val="C8D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62" autoAdjust="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6B5E9-56AE-42D2-BF8F-81190009D726}" type="doc">
      <dgm:prSet loTypeId="urn:microsoft.com/office/officeart/2005/8/layout/cycle6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D4EE4C69-1032-4837-AD68-5CCB435D2FC5}">
      <dgm:prSet phldrT="[Текст]" custT="1"/>
      <dgm:spPr/>
      <dgm:t>
        <a:bodyPr/>
        <a:lstStyle/>
        <a:p>
          <a:r>
            <a:rPr lang="ru-RU" sz="1800" dirty="0" smtClean="0"/>
            <a:t>южный регион</a:t>
          </a:r>
          <a:endParaRPr lang="ru-RU" sz="1800" dirty="0"/>
        </a:p>
      </dgm:t>
    </dgm:pt>
    <dgm:pt modelId="{AEFB558F-9674-4C65-B156-AECCABE9A49C}" type="parTrans" cxnId="{5EB6C674-51F5-41A0-A90F-69967E8D18AB}">
      <dgm:prSet/>
      <dgm:spPr/>
      <dgm:t>
        <a:bodyPr/>
        <a:lstStyle/>
        <a:p>
          <a:endParaRPr lang="ru-RU"/>
        </a:p>
      </dgm:t>
    </dgm:pt>
    <dgm:pt modelId="{81B008BD-CCB7-4B03-BD0D-047F6141E16A}" type="sibTrans" cxnId="{5EB6C674-51F5-41A0-A90F-69967E8D18AB}">
      <dgm:prSet/>
      <dgm:spPr/>
      <dgm:t>
        <a:bodyPr/>
        <a:lstStyle/>
        <a:p>
          <a:endParaRPr lang="ru-RU"/>
        </a:p>
      </dgm:t>
    </dgm:pt>
    <dgm:pt modelId="{AB0CEDEE-83B2-40EE-9614-BBF764C1E4B5}">
      <dgm:prSet phldrT="[Текст]" custT="1"/>
      <dgm:spPr/>
      <dgm:t>
        <a:bodyPr/>
        <a:lstStyle/>
        <a:p>
          <a:r>
            <a:rPr lang="ru-RU" sz="1800" dirty="0" smtClean="0"/>
            <a:t>высокий</a:t>
          </a:r>
          <a:endParaRPr lang="ru-RU" sz="1800" dirty="0"/>
        </a:p>
      </dgm:t>
    </dgm:pt>
    <dgm:pt modelId="{21510381-82F5-494A-9B87-04D7E6A7D243}" type="parTrans" cxnId="{731A638F-9BF6-4C22-812C-ADE501028758}">
      <dgm:prSet/>
      <dgm:spPr/>
      <dgm:t>
        <a:bodyPr/>
        <a:lstStyle/>
        <a:p>
          <a:endParaRPr lang="ru-RU"/>
        </a:p>
      </dgm:t>
    </dgm:pt>
    <dgm:pt modelId="{B651D107-F1C1-4BDE-AB38-4982E6C09BB8}" type="sibTrans" cxnId="{731A638F-9BF6-4C22-812C-ADE501028758}">
      <dgm:prSet/>
      <dgm:spPr/>
      <dgm:t>
        <a:bodyPr/>
        <a:lstStyle/>
        <a:p>
          <a:endParaRPr lang="ru-RU"/>
        </a:p>
      </dgm:t>
    </dgm:pt>
    <dgm:pt modelId="{7D18F781-F4BA-4625-9B30-367D10F8945C}">
      <dgm:prSet phldrT="[Текст]" custT="1"/>
      <dgm:spPr/>
      <dgm:t>
        <a:bodyPr/>
        <a:lstStyle/>
        <a:p>
          <a:r>
            <a:rPr lang="ru-RU" sz="1800" dirty="0" smtClean="0"/>
            <a:t>теплый </a:t>
          </a:r>
          <a:endParaRPr lang="ru-RU" sz="1800" dirty="0"/>
        </a:p>
      </dgm:t>
    </dgm:pt>
    <dgm:pt modelId="{D45009E7-6F82-4CBD-914F-3666ECEC7AE6}" type="parTrans" cxnId="{64CE438D-A341-47D4-8517-F65879289DA9}">
      <dgm:prSet/>
      <dgm:spPr/>
      <dgm:t>
        <a:bodyPr/>
        <a:lstStyle/>
        <a:p>
          <a:endParaRPr lang="ru-RU"/>
        </a:p>
      </dgm:t>
    </dgm:pt>
    <dgm:pt modelId="{5F42D6D6-2906-4A61-8C89-3735942BC45C}" type="sibTrans" cxnId="{64CE438D-A341-47D4-8517-F65879289DA9}">
      <dgm:prSet/>
      <dgm:spPr/>
      <dgm:t>
        <a:bodyPr/>
        <a:lstStyle/>
        <a:p>
          <a:endParaRPr lang="ru-RU"/>
        </a:p>
      </dgm:t>
    </dgm:pt>
    <dgm:pt modelId="{ACB60B3A-289B-4A3F-8F54-FEA4BA4F44C8}">
      <dgm:prSet phldrT="[Текст]" custT="1"/>
      <dgm:spPr/>
      <dgm:t>
        <a:bodyPr/>
        <a:lstStyle/>
        <a:p>
          <a:r>
            <a:rPr lang="ru-RU" sz="1800" dirty="0" smtClean="0"/>
            <a:t>«много - этажный»</a:t>
          </a:r>
          <a:endParaRPr lang="ru-RU" sz="1800" dirty="0"/>
        </a:p>
      </dgm:t>
    </dgm:pt>
    <dgm:pt modelId="{B5EEC422-0322-4D91-A3A4-F8F41CCB4835}" type="parTrans" cxnId="{B8FB1D1A-7F08-456E-BC24-1AE86D1199E4}">
      <dgm:prSet/>
      <dgm:spPr/>
      <dgm:t>
        <a:bodyPr/>
        <a:lstStyle/>
        <a:p>
          <a:endParaRPr lang="ru-RU"/>
        </a:p>
      </dgm:t>
    </dgm:pt>
    <dgm:pt modelId="{A4FCBEEC-1C86-4D0A-B78F-DD28CFC2EF7B}" type="sibTrans" cxnId="{B8FB1D1A-7F08-456E-BC24-1AE86D1199E4}">
      <dgm:prSet/>
      <dgm:spPr/>
      <dgm:t>
        <a:bodyPr/>
        <a:lstStyle/>
        <a:p>
          <a:endParaRPr lang="ru-RU"/>
        </a:p>
      </dgm:t>
    </dgm:pt>
    <dgm:pt modelId="{8089E417-7FE6-4F38-AF21-4261A90997C8}">
      <dgm:prSet phldrT="[Текст]" custT="1"/>
      <dgm:spPr/>
      <dgm:t>
        <a:bodyPr/>
        <a:lstStyle/>
        <a:p>
          <a:r>
            <a:rPr lang="ru-RU" sz="1800" dirty="0" smtClean="0"/>
            <a:t>маленький из районов</a:t>
          </a:r>
          <a:endParaRPr lang="ru-RU" sz="1800" dirty="0"/>
        </a:p>
      </dgm:t>
    </dgm:pt>
    <dgm:pt modelId="{CDAD3D6F-E892-4F03-A3FF-46A7C108951F}" type="parTrans" cxnId="{9CF223A1-C9A7-46E6-80B6-B46AA6920E62}">
      <dgm:prSet/>
      <dgm:spPr/>
      <dgm:t>
        <a:bodyPr/>
        <a:lstStyle/>
        <a:p>
          <a:endParaRPr lang="ru-RU"/>
        </a:p>
      </dgm:t>
    </dgm:pt>
    <dgm:pt modelId="{A6EFCADD-DE65-40F9-907D-DE456D404A1E}" type="sibTrans" cxnId="{9CF223A1-C9A7-46E6-80B6-B46AA6920E62}">
      <dgm:prSet/>
      <dgm:spPr/>
      <dgm:t>
        <a:bodyPr/>
        <a:lstStyle/>
        <a:p>
          <a:endParaRPr lang="ru-RU"/>
        </a:p>
      </dgm:t>
    </dgm:pt>
    <dgm:pt modelId="{3053F432-16BF-444E-B659-EBF02DDE026A}">
      <dgm:prSet phldrT="[Текст]"/>
      <dgm:spPr/>
      <dgm:t>
        <a:bodyPr/>
        <a:lstStyle/>
        <a:p>
          <a:r>
            <a:rPr lang="ru-RU" dirty="0" smtClean="0"/>
            <a:t> плодородный</a:t>
          </a:r>
          <a:endParaRPr lang="ru-RU" dirty="0"/>
        </a:p>
      </dgm:t>
    </dgm:pt>
    <dgm:pt modelId="{43F3EA74-9F3E-48B0-8963-6090C5934D7B}" type="parTrans" cxnId="{01252B14-3F3A-431A-96EE-336F9A7E1B12}">
      <dgm:prSet/>
      <dgm:spPr/>
      <dgm:t>
        <a:bodyPr/>
        <a:lstStyle/>
        <a:p>
          <a:endParaRPr lang="ru-RU"/>
        </a:p>
      </dgm:t>
    </dgm:pt>
    <dgm:pt modelId="{7066EC9D-E0D0-4172-AEF1-2DA4517CA5C6}" type="sibTrans" cxnId="{01252B14-3F3A-431A-96EE-336F9A7E1B12}">
      <dgm:prSet/>
      <dgm:spPr/>
      <dgm:t>
        <a:bodyPr/>
        <a:lstStyle/>
        <a:p>
          <a:endParaRPr lang="ru-RU"/>
        </a:p>
      </dgm:t>
    </dgm:pt>
    <dgm:pt modelId="{B3B82E8C-1A8F-44E7-96F9-31B0F2C7971B}" type="pres">
      <dgm:prSet presAssocID="{D426B5E9-56AE-42D2-BF8F-81190009D72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09825C9-5107-47FA-B224-11CE693B0B20}" type="pres">
      <dgm:prSet presAssocID="{D4EE4C69-1032-4837-AD68-5CCB435D2FC5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5D9EF5-B2DC-4A3F-B0F7-7A580011C988}" type="pres">
      <dgm:prSet presAssocID="{D4EE4C69-1032-4837-AD68-5CCB435D2FC5}" presName="spNode" presStyleCnt="0"/>
      <dgm:spPr/>
      <dgm:t>
        <a:bodyPr/>
        <a:lstStyle/>
        <a:p>
          <a:endParaRPr lang="ru-RU"/>
        </a:p>
      </dgm:t>
    </dgm:pt>
    <dgm:pt modelId="{A73714E3-783B-4FAC-92D1-8AC3A605204E}" type="pres">
      <dgm:prSet presAssocID="{81B008BD-CCB7-4B03-BD0D-047F6141E16A}" presName="sibTrans" presStyleLbl="sibTrans1D1" presStyleIdx="0" presStyleCnt="6"/>
      <dgm:spPr/>
      <dgm:t>
        <a:bodyPr/>
        <a:lstStyle/>
        <a:p>
          <a:endParaRPr lang="ru-RU"/>
        </a:p>
      </dgm:t>
    </dgm:pt>
    <dgm:pt modelId="{059AE291-FF27-47D5-B239-99B9C55C76EB}" type="pres">
      <dgm:prSet presAssocID="{AB0CEDEE-83B2-40EE-9614-BBF764C1E4B5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13C521-1407-4ED6-80D2-A8F8C6FBD2A4}" type="pres">
      <dgm:prSet presAssocID="{AB0CEDEE-83B2-40EE-9614-BBF764C1E4B5}" presName="spNode" presStyleCnt="0"/>
      <dgm:spPr/>
      <dgm:t>
        <a:bodyPr/>
        <a:lstStyle/>
        <a:p>
          <a:endParaRPr lang="ru-RU"/>
        </a:p>
      </dgm:t>
    </dgm:pt>
    <dgm:pt modelId="{53188860-FCBB-4028-B786-7926C370DDF1}" type="pres">
      <dgm:prSet presAssocID="{B651D107-F1C1-4BDE-AB38-4982E6C09BB8}" presName="sibTrans" presStyleLbl="sibTrans1D1" presStyleIdx="1" presStyleCnt="6"/>
      <dgm:spPr/>
      <dgm:t>
        <a:bodyPr/>
        <a:lstStyle/>
        <a:p>
          <a:endParaRPr lang="ru-RU"/>
        </a:p>
      </dgm:t>
    </dgm:pt>
    <dgm:pt modelId="{C7511C76-A240-45F7-915A-290BE21B7EB5}" type="pres">
      <dgm:prSet presAssocID="{7D18F781-F4BA-4625-9B30-367D10F8945C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9FF130-817C-490F-B1BF-27C466A68D6A}" type="pres">
      <dgm:prSet presAssocID="{7D18F781-F4BA-4625-9B30-367D10F8945C}" presName="spNode" presStyleCnt="0"/>
      <dgm:spPr/>
      <dgm:t>
        <a:bodyPr/>
        <a:lstStyle/>
        <a:p>
          <a:endParaRPr lang="ru-RU"/>
        </a:p>
      </dgm:t>
    </dgm:pt>
    <dgm:pt modelId="{FF25410F-1F18-4EEF-8D12-7B8F5BA34E6B}" type="pres">
      <dgm:prSet presAssocID="{5F42D6D6-2906-4A61-8C89-3735942BC45C}" presName="sibTrans" presStyleLbl="sibTrans1D1" presStyleIdx="2" presStyleCnt="6"/>
      <dgm:spPr/>
      <dgm:t>
        <a:bodyPr/>
        <a:lstStyle/>
        <a:p>
          <a:endParaRPr lang="ru-RU"/>
        </a:p>
      </dgm:t>
    </dgm:pt>
    <dgm:pt modelId="{38E73A79-9C63-48C5-86A9-08869C76D171}" type="pres">
      <dgm:prSet presAssocID="{ACB60B3A-289B-4A3F-8F54-FEA4BA4F44C8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A29A674-C4C9-43E6-8E32-748ACEB0E085}" type="pres">
      <dgm:prSet presAssocID="{ACB60B3A-289B-4A3F-8F54-FEA4BA4F44C8}" presName="spNode" presStyleCnt="0"/>
      <dgm:spPr/>
      <dgm:t>
        <a:bodyPr/>
        <a:lstStyle/>
        <a:p>
          <a:endParaRPr lang="ru-RU"/>
        </a:p>
      </dgm:t>
    </dgm:pt>
    <dgm:pt modelId="{9BC3D376-5C96-470B-9B61-1E6C952FA97F}" type="pres">
      <dgm:prSet presAssocID="{A4FCBEEC-1C86-4D0A-B78F-DD28CFC2EF7B}" presName="sibTrans" presStyleLbl="sibTrans1D1" presStyleIdx="3" presStyleCnt="6"/>
      <dgm:spPr/>
      <dgm:t>
        <a:bodyPr/>
        <a:lstStyle/>
        <a:p>
          <a:endParaRPr lang="ru-RU"/>
        </a:p>
      </dgm:t>
    </dgm:pt>
    <dgm:pt modelId="{39E0B2DC-A7B4-4710-BB86-B9678009F326}" type="pres">
      <dgm:prSet presAssocID="{8089E417-7FE6-4F38-AF21-4261A90997C8}" presName="node" presStyleLbl="node1" presStyleIdx="4" presStyleCnt="6" custRadScaleRad="100244" custRadScaleInc="2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4E3808-0273-4DDC-AE27-ABB5ADF29322}" type="pres">
      <dgm:prSet presAssocID="{8089E417-7FE6-4F38-AF21-4261A90997C8}" presName="spNode" presStyleCnt="0"/>
      <dgm:spPr/>
      <dgm:t>
        <a:bodyPr/>
        <a:lstStyle/>
        <a:p>
          <a:endParaRPr lang="ru-RU"/>
        </a:p>
      </dgm:t>
    </dgm:pt>
    <dgm:pt modelId="{81DC7DD3-4433-441F-81E3-80EC8CC65AF6}" type="pres">
      <dgm:prSet presAssocID="{A6EFCADD-DE65-40F9-907D-DE456D404A1E}" presName="sibTrans" presStyleLbl="sibTrans1D1" presStyleIdx="4" presStyleCnt="6"/>
      <dgm:spPr/>
      <dgm:t>
        <a:bodyPr/>
        <a:lstStyle/>
        <a:p>
          <a:endParaRPr lang="ru-RU"/>
        </a:p>
      </dgm:t>
    </dgm:pt>
    <dgm:pt modelId="{5F09FF16-29B9-4DCA-92D5-C43A5392FEA0}" type="pres">
      <dgm:prSet presAssocID="{3053F432-16BF-444E-B659-EBF02DDE026A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D29BE9-7B66-4517-8317-B14CD9047E93}" type="pres">
      <dgm:prSet presAssocID="{3053F432-16BF-444E-B659-EBF02DDE026A}" presName="spNode" presStyleCnt="0"/>
      <dgm:spPr/>
    </dgm:pt>
    <dgm:pt modelId="{B884CF05-7558-4E93-AF5B-85F9695EC28C}" type="pres">
      <dgm:prSet presAssocID="{7066EC9D-E0D0-4172-AEF1-2DA4517CA5C6}" presName="sibTrans" presStyleLbl="sibTrans1D1" presStyleIdx="5" presStyleCnt="6"/>
      <dgm:spPr/>
      <dgm:t>
        <a:bodyPr/>
        <a:lstStyle/>
        <a:p>
          <a:endParaRPr lang="ru-RU"/>
        </a:p>
      </dgm:t>
    </dgm:pt>
  </dgm:ptLst>
  <dgm:cxnLst>
    <dgm:cxn modelId="{F8BA203A-E358-469B-A7DF-F706C2568250}" type="presOf" srcId="{3053F432-16BF-444E-B659-EBF02DDE026A}" destId="{5F09FF16-29B9-4DCA-92D5-C43A5392FEA0}" srcOrd="0" destOrd="0" presId="urn:microsoft.com/office/officeart/2005/8/layout/cycle6"/>
    <dgm:cxn modelId="{AD948F8E-BACF-4B51-B0B4-FC8060DD71DF}" type="presOf" srcId="{ACB60B3A-289B-4A3F-8F54-FEA4BA4F44C8}" destId="{38E73A79-9C63-48C5-86A9-08869C76D171}" srcOrd="0" destOrd="0" presId="urn:microsoft.com/office/officeart/2005/8/layout/cycle6"/>
    <dgm:cxn modelId="{0BBC8B0E-90E2-408E-8D62-BE1A2CEC752D}" type="presOf" srcId="{AB0CEDEE-83B2-40EE-9614-BBF764C1E4B5}" destId="{059AE291-FF27-47D5-B239-99B9C55C76EB}" srcOrd="0" destOrd="0" presId="urn:microsoft.com/office/officeart/2005/8/layout/cycle6"/>
    <dgm:cxn modelId="{CCFB7ECD-C119-4648-871E-5608427930DE}" type="presOf" srcId="{5F42D6D6-2906-4A61-8C89-3735942BC45C}" destId="{FF25410F-1F18-4EEF-8D12-7B8F5BA34E6B}" srcOrd="0" destOrd="0" presId="urn:microsoft.com/office/officeart/2005/8/layout/cycle6"/>
    <dgm:cxn modelId="{B8FB1D1A-7F08-456E-BC24-1AE86D1199E4}" srcId="{D426B5E9-56AE-42D2-BF8F-81190009D726}" destId="{ACB60B3A-289B-4A3F-8F54-FEA4BA4F44C8}" srcOrd="3" destOrd="0" parTransId="{B5EEC422-0322-4D91-A3A4-F8F41CCB4835}" sibTransId="{A4FCBEEC-1C86-4D0A-B78F-DD28CFC2EF7B}"/>
    <dgm:cxn modelId="{15DE6490-0D9C-4D6D-AD72-C425A7B00AB2}" type="presOf" srcId="{8089E417-7FE6-4F38-AF21-4261A90997C8}" destId="{39E0B2DC-A7B4-4710-BB86-B9678009F326}" srcOrd="0" destOrd="0" presId="urn:microsoft.com/office/officeart/2005/8/layout/cycle6"/>
    <dgm:cxn modelId="{B75F5BD7-2A69-46B5-B382-9D4D687801E4}" type="presOf" srcId="{7D18F781-F4BA-4625-9B30-367D10F8945C}" destId="{C7511C76-A240-45F7-915A-290BE21B7EB5}" srcOrd="0" destOrd="0" presId="urn:microsoft.com/office/officeart/2005/8/layout/cycle6"/>
    <dgm:cxn modelId="{9CF223A1-C9A7-46E6-80B6-B46AA6920E62}" srcId="{D426B5E9-56AE-42D2-BF8F-81190009D726}" destId="{8089E417-7FE6-4F38-AF21-4261A90997C8}" srcOrd="4" destOrd="0" parTransId="{CDAD3D6F-E892-4F03-A3FF-46A7C108951F}" sibTransId="{A6EFCADD-DE65-40F9-907D-DE456D404A1E}"/>
    <dgm:cxn modelId="{5CFAD235-3B49-4666-BAE1-387C6403DD3A}" type="presOf" srcId="{A6EFCADD-DE65-40F9-907D-DE456D404A1E}" destId="{81DC7DD3-4433-441F-81E3-80EC8CC65AF6}" srcOrd="0" destOrd="0" presId="urn:microsoft.com/office/officeart/2005/8/layout/cycle6"/>
    <dgm:cxn modelId="{AAE407BC-C1C0-4C8E-9885-CDD47E71F25F}" type="presOf" srcId="{B651D107-F1C1-4BDE-AB38-4982E6C09BB8}" destId="{53188860-FCBB-4028-B786-7926C370DDF1}" srcOrd="0" destOrd="0" presId="urn:microsoft.com/office/officeart/2005/8/layout/cycle6"/>
    <dgm:cxn modelId="{B8697F85-23F8-4E03-82FB-52E0C5726AEA}" type="presOf" srcId="{A4FCBEEC-1C86-4D0A-B78F-DD28CFC2EF7B}" destId="{9BC3D376-5C96-470B-9B61-1E6C952FA97F}" srcOrd="0" destOrd="0" presId="urn:microsoft.com/office/officeart/2005/8/layout/cycle6"/>
    <dgm:cxn modelId="{01252B14-3F3A-431A-96EE-336F9A7E1B12}" srcId="{D426B5E9-56AE-42D2-BF8F-81190009D726}" destId="{3053F432-16BF-444E-B659-EBF02DDE026A}" srcOrd="5" destOrd="0" parTransId="{43F3EA74-9F3E-48B0-8963-6090C5934D7B}" sibTransId="{7066EC9D-E0D0-4172-AEF1-2DA4517CA5C6}"/>
    <dgm:cxn modelId="{64CE438D-A341-47D4-8517-F65879289DA9}" srcId="{D426B5E9-56AE-42D2-BF8F-81190009D726}" destId="{7D18F781-F4BA-4625-9B30-367D10F8945C}" srcOrd="2" destOrd="0" parTransId="{D45009E7-6F82-4CBD-914F-3666ECEC7AE6}" sibTransId="{5F42D6D6-2906-4A61-8C89-3735942BC45C}"/>
    <dgm:cxn modelId="{731A638F-9BF6-4C22-812C-ADE501028758}" srcId="{D426B5E9-56AE-42D2-BF8F-81190009D726}" destId="{AB0CEDEE-83B2-40EE-9614-BBF764C1E4B5}" srcOrd="1" destOrd="0" parTransId="{21510381-82F5-494A-9B87-04D7E6A7D243}" sibTransId="{B651D107-F1C1-4BDE-AB38-4982E6C09BB8}"/>
    <dgm:cxn modelId="{8F4AC9FC-6242-4A82-8E0B-F627063B2E56}" type="presOf" srcId="{81B008BD-CCB7-4B03-BD0D-047F6141E16A}" destId="{A73714E3-783B-4FAC-92D1-8AC3A605204E}" srcOrd="0" destOrd="0" presId="urn:microsoft.com/office/officeart/2005/8/layout/cycle6"/>
    <dgm:cxn modelId="{525B3B0F-9B53-4973-8DBC-087E05389051}" type="presOf" srcId="{D4EE4C69-1032-4837-AD68-5CCB435D2FC5}" destId="{609825C9-5107-47FA-B224-11CE693B0B20}" srcOrd="0" destOrd="0" presId="urn:microsoft.com/office/officeart/2005/8/layout/cycle6"/>
    <dgm:cxn modelId="{38614FA7-5819-4D2F-90B3-8D1E38A9590C}" type="presOf" srcId="{D426B5E9-56AE-42D2-BF8F-81190009D726}" destId="{B3B82E8C-1A8F-44E7-96F9-31B0F2C7971B}" srcOrd="0" destOrd="0" presId="urn:microsoft.com/office/officeart/2005/8/layout/cycle6"/>
    <dgm:cxn modelId="{D5FA0CCC-C5CC-4AFF-A614-FD52CA000903}" type="presOf" srcId="{7066EC9D-E0D0-4172-AEF1-2DA4517CA5C6}" destId="{B884CF05-7558-4E93-AF5B-85F9695EC28C}" srcOrd="0" destOrd="0" presId="urn:microsoft.com/office/officeart/2005/8/layout/cycle6"/>
    <dgm:cxn modelId="{5EB6C674-51F5-41A0-A90F-69967E8D18AB}" srcId="{D426B5E9-56AE-42D2-BF8F-81190009D726}" destId="{D4EE4C69-1032-4837-AD68-5CCB435D2FC5}" srcOrd="0" destOrd="0" parTransId="{AEFB558F-9674-4C65-B156-AECCABE9A49C}" sibTransId="{81B008BD-CCB7-4B03-BD0D-047F6141E16A}"/>
    <dgm:cxn modelId="{6C87970B-3116-4297-922E-DDC27D21FE6C}" type="presParOf" srcId="{B3B82E8C-1A8F-44E7-96F9-31B0F2C7971B}" destId="{609825C9-5107-47FA-B224-11CE693B0B20}" srcOrd="0" destOrd="0" presId="urn:microsoft.com/office/officeart/2005/8/layout/cycle6"/>
    <dgm:cxn modelId="{B6E3DBCA-0430-4DB0-9732-709EB0F61F7B}" type="presParOf" srcId="{B3B82E8C-1A8F-44E7-96F9-31B0F2C7971B}" destId="{0B5D9EF5-B2DC-4A3F-B0F7-7A580011C988}" srcOrd="1" destOrd="0" presId="urn:microsoft.com/office/officeart/2005/8/layout/cycle6"/>
    <dgm:cxn modelId="{4FF607F8-4CA7-4E84-A7A2-B9CD16175CD0}" type="presParOf" srcId="{B3B82E8C-1A8F-44E7-96F9-31B0F2C7971B}" destId="{A73714E3-783B-4FAC-92D1-8AC3A605204E}" srcOrd="2" destOrd="0" presId="urn:microsoft.com/office/officeart/2005/8/layout/cycle6"/>
    <dgm:cxn modelId="{7031A7CE-B465-4632-9B4E-41405806C40A}" type="presParOf" srcId="{B3B82E8C-1A8F-44E7-96F9-31B0F2C7971B}" destId="{059AE291-FF27-47D5-B239-99B9C55C76EB}" srcOrd="3" destOrd="0" presId="urn:microsoft.com/office/officeart/2005/8/layout/cycle6"/>
    <dgm:cxn modelId="{9365B67E-FDE7-41E0-A54A-C98961DF3E42}" type="presParOf" srcId="{B3B82E8C-1A8F-44E7-96F9-31B0F2C7971B}" destId="{B813C521-1407-4ED6-80D2-A8F8C6FBD2A4}" srcOrd="4" destOrd="0" presId="urn:microsoft.com/office/officeart/2005/8/layout/cycle6"/>
    <dgm:cxn modelId="{22FDBB1A-C0C2-4698-A4C0-913FF061441C}" type="presParOf" srcId="{B3B82E8C-1A8F-44E7-96F9-31B0F2C7971B}" destId="{53188860-FCBB-4028-B786-7926C370DDF1}" srcOrd="5" destOrd="0" presId="urn:microsoft.com/office/officeart/2005/8/layout/cycle6"/>
    <dgm:cxn modelId="{807E6407-B08F-44E1-BD40-43EDDDD6357F}" type="presParOf" srcId="{B3B82E8C-1A8F-44E7-96F9-31B0F2C7971B}" destId="{C7511C76-A240-45F7-915A-290BE21B7EB5}" srcOrd="6" destOrd="0" presId="urn:microsoft.com/office/officeart/2005/8/layout/cycle6"/>
    <dgm:cxn modelId="{14504233-6558-4A75-A5EF-06CEA72AC792}" type="presParOf" srcId="{B3B82E8C-1A8F-44E7-96F9-31B0F2C7971B}" destId="{639FF130-817C-490F-B1BF-27C466A68D6A}" srcOrd="7" destOrd="0" presId="urn:microsoft.com/office/officeart/2005/8/layout/cycle6"/>
    <dgm:cxn modelId="{D13C6806-4394-4286-9C3D-BFF340CD6847}" type="presParOf" srcId="{B3B82E8C-1A8F-44E7-96F9-31B0F2C7971B}" destId="{FF25410F-1F18-4EEF-8D12-7B8F5BA34E6B}" srcOrd="8" destOrd="0" presId="urn:microsoft.com/office/officeart/2005/8/layout/cycle6"/>
    <dgm:cxn modelId="{59AE6CE3-D2D9-441C-9EE7-B0EC2DEF7F3F}" type="presParOf" srcId="{B3B82E8C-1A8F-44E7-96F9-31B0F2C7971B}" destId="{38E73A79-9C63-48C5-86A9-08869C76D171}" srcOrd="9" destOrd="0" presId="urn:microsoft.com/office/officeart/2005/8/layout/cycle6"/>
    <dgm:cxn modelId="{37EF9FAE-FE83-40F2-833C-D6A370A20647}" type="presParOf" srcId="{B3B82E8C-1A8F-44E7-96F9-31B0F2C7971B}" destId="{0A29A674-C4C9-43E6-8E32-748ACEB0E085}" srcOrd="10" destOrd="0" presId="urn:microsoft.com/office/officeart/2005/8/layout/cycle6"/>
    <dgm:cxn modelId="{3AE681FA-6713-42DE-A782-4DA432D48F10}" type="presParOf" srcId="{B3B82E8C-1A8F-44E7-96F9-31B0F2C7971B}" destId="{9BC3D376-5C96-470B-9B61-1E6C952FA97F}" srcOrd="11" destOrd="0" presId="urn:microsoft.com/office/officeart/2005/8/layout/cycle6"/>
    <dgm:cxn modelId="{A34E165B-771A-4309-848F-3FBA73602E53}" type="presParOf" srcId="{B3B82E8C-1A8F-44E7-96F9-31B0F2C7971B}" destId="{39E0B2DC-A7B4-4710-BB86-B9678009F326}" srcOrd="12" destOrd="0" presId="urn:microsoft.com/office/officeart/2005/8/layout/cycle6"/>
    <dgm:cxn modelId="{F0EFA05F-4014-4E26-AA76-C158CDB69E8D}" type="presParOf" srcId="{B3B82E8C-1A8F-44E7-96F9-31B0F2C7971B}" destId="{454E3808-0273-4DDC-AE27-ABB5ADF29322}" srcOrd="13" destOrd="0" presId="urn:microsoft.com/office/officeart/2005/8/layout/cycle6"/>
    <dgm:cxn modelId="{807C5F3C-7FBC-4DED-82E8-F26BF25B06EB}" type="presParOf" srcId="{B3B82E8C-1A8F-44E7-96F9-31B0F2C7971B}" destId="{81DC7DD3-4433-441F-81E3-80EC8CC65AF6}" srcOrd="14" destOrd="0" presId="urn:microsoft.com/office/officeart/2005/8/layout/cycle6"/>
    <dgm:cxn modelId="{4167779A-9137-4B34-937A-C9CBA3CCA609}" type="presParOf" srcId="{B3B82E8C-1A8F-44E7-96F9-31B0F2C7971B}" destId="{5F09FF16-29B9-4DCA-92D5-C43A5392FEA0}" srcOrd="15" destOrd="0" presId="urn:microsoft.com/office/officeart/2005/8/layout/cycle6"/>
    <dgm:cxn modelId="{C72E3D43-9BC5-4B01-A8AB-E0B8FB775A5D}" type="presParOf" srcId="{B3B82E8C-1A8F-44E7-96F9-31B0F2C7971B}" destId="{2DD29BE9-7B66-4517-8317-B14CD9047E93}" srcOrd="16" destOrd="0" presId="urn:microsoft.com/office/officeart/2005/8/layout/cycle6"/>
    <dgm:cxn modelId="{E61AFDA9-567A-47FD-B13A-F874DE752187}" type="presParOf" srcId="{B3B82E8C-1A8F-44E7-96F9-31B0F2C7971B}" destId="{B884CF05-7558-4E93-AF5B-85F9695EC28C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387BB-5CE0-4C6B-A070-068BC11FCB15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63AF4-8A2C-410E-B038-5C8B0FF529A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76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Выбрав любой из  пунктов плана по описанию </a:t>
            </a:r>
            <a:r>
              <a:rPr lang="ru-RU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особенностей</a:t>
            </a:r>
            <a:r>
              <a:rPr lang="ru-RU" sz="12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природы</a:t>
            </a:r>
            <a:r>
              <a:rPr lang="ru-RU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можно перейти к соответствующему пункту.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Также можно перейти к «Заданиям», «Практикуму», «Вопросам», «Тестам»,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«Печатным материалам»</a:t>
            </a:r>
            <a:endParaRPr lang="ru-R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85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687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Если нажать в</a:t>
            </a:r>
            <a:r>
              <a:rPr lang="ru-RU" baseline="0" dirty="0" smtClean="0"/>
              <a:t> центральную часть выделенных территорий</a:t>
            </a:r>
            <a:r>
              <a:rPr lang="ru-RU" dirty="0" smtClean="0"/>
              <a:t>, появляются названия форм</a:t>
            </a:r>
            <a:r>
              <a:rPr lang="ru-RU" baseline="0" dirty="0" smtClean="0"/>
              <a:t> рельефа, их фотографии и текст. При нажатии на фотографию – она исчезает вместе с текстом. При нажатии на «лакколит» – появляется дополнительная информация.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244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нажатии</a:t>
            </a:r>
            <a:r>
              <a:rPr lang="ru-RU" baseline="0" dirty="0" smtClean="0"/>
              <a:t> на кнопки с вопросами появляются названия климатический поясов, на «характеристика климата» и «климат высокогорий» – информация.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6997F-1B11-429E-B66C-873FFBF10504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214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</a:t>
            </a:r>
            <a:r>
              <a:rPr lang="ru-RU" baseline="0" dirty="0" smtClean="0"/>
              <a:t> нажатии на цифры внизу слайда, появляются названия рек и фотографии, при повторном щелчке на цифру – фото исчезают. 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935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</a:t>
            </a:r>
            <a:r>
              <a:rPr lang="ru-RU" baseline="0" dirty="0" smtClean="0"/>
              <a:t> нажатии на фигуры с текстом – информация об объектах.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201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наведении курсора</a:t>
            </a:r>
            <a:r>
              <a:rPr lang="ru-RU" baseline="0" dirty="0" smtClean="0"/>
              <a:t> на левую  фотографию появляется информация об озере.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667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наведении курсора</a:t>
            </a:r>
            <a:r>
              <a:rPr lang="ru-RU" baseline="0" dirty="0" smtClean="0"/>
              <a:t> на левую фотографию -  </a:t>
            </a:r>
            <a:r>
              <a:rPr lang="ru-RU" baseline="0" smtClean="0"/>
              <a:t>появляется информация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686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При нажатии</a:t>
            </a:r>
            <a:r>
              <a:rPr lang="ru-RU" baseline="0" dirty="0" smtClean="0"/>
              <a:t> на кнопки с вопросами появляются названия почв, на  вывод - текст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2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нажатии на кнопки с вопросами появляются названия ПЗ,</a:t>
            </a:r>
            <a:r>
              <a:rPr lang="ru-RU" baseline="0" dirty="0" smtClean="0"/>
              <a:t> на фигуру – схемы высотных поясов разных частей Кавказа, на вывод – текст.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553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нажатии на рисунки появляются надписи,</a:t>
            </a:r>
            <a:r>
              <a:rPr lang="ru-RU" baseline="0" dirty="0" smtClean="0"/>
              <a:t> чем  выделяется Северный Кавказ среди других районов и пояснение. При нажатии на пояснение – текст исчезает.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63AF4-8A2C-410E-B038-5C8B0FF529A6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423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85000"/>
            <a:lum/>
          </a:blip>
          <a:srcRect/>
          <a:stretch>
            <a:fillRect t="-34000" b="-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248CD-22D3-4AA7-BF3E-637CF984BF80}" type="datetimeFigureOut">
              <a:rPr lang="ru-RU" smtClean="0"/>
              <a:pPr/>
              <a:t>27.01.2021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3D39E-0B67-4712-AC1F-26BDEA24A4A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" Target="slide2.xml"/><Relationship Id="rId7" Type="http://schemas.openxmlformats.org/officeDocument/2006/relationships/slide" Target="slide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9.xml"/><Relationship Id="rId4" Type="http://schemas.openxmlformats.org/officeDocument/2006/relationships/slide" Target="slide4.xml"/><Relationship Id="rId9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slide" Target="slide7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0" Type="http://schemas.openxmlformats.org/officeDocument/2006/relationships/image" Target="../media/image17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slide" Target="slide7.xml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33.gif"/><Relationship Id="rId3" Type="http://schemas.openxmlformats.org/officeDocument/2006/relationships/image" Target="../media/image28.jpeg"/><Relationship Id="rId7" Type="http://schemas.openxmlformats.org/officeDocument/2006/relationships/diagramColors" Target="../diagrams/colors1.xml"/><Relationship Id="rId12" Type="http://schemas.openxmlformats.org/officeDocument/2006/relationships/image" Target="../media/image3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31.jpeg"/><Relationship Id="rId5" Type="http://schemas.openxmlformats.org/officeDocument/2006/relationships/diagramLayout" Target="../diagrams/layout1.xml"/><Relationship Id="rId10" Type="http://schemas.openxmlformats.org/officeDocument/2006/relationships/image" Target="../media/image30.jpeg"/><Relationship Id="rId4" Type="http://schemas.openxmlformats.org/officeDocument/2006/relationships/diagramData" Target="../diagrams/data1.xml"/><Relationship Id="rId9" Type="http://schemas.openxmlformats.org/officeDocument/2006/relationships/image" Target="../media/image29.jpeg"/><Relationship Id="rId14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>
          <a:xfrm>
            <a:off x="5205390" y="3601188"/>
            <a:ext cx="3519502" cy="2222513"/>
          </a:xfrm>
        </p:spPr>
        <p:txBody>
          <a:bodyPr/>
          <a:lstStyle/>
          <a:p>
            <a:r>
              <a:rPr lang="ru-RU" sz="2400" dirty="0" smtClean="0"/>
              <a:t>Презентацию подготовил </a:t>
            </a:r>
          </a:p>
          <a:p>
            <a:r>
              <a:rPr lang="ru-RU" sz="2400" dirty="0" smtClean="0"/>
              <a:t>ученик 9в класса Серебряно-Прудской МБОУ СОШ Аретинский Виктор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1429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Особенности природы Северного Кавказа</a:t>
            </a:r>
            <a:endParaRPr lang="ru-RU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8" name="Скругленный прямоугольник 17">
            <a:hlinkClick r:id="rId3" action="ppaction://hlinksldjump"/>
            <a:hlinkHover r:id="" action="ppaction://noaction" highlightClick="1"/>
          </p:cNvPr>
          <p:cNvSpPr/>
          <p:nvPr/>
        </p:nvSpPr>
        <p:spPr>
          <a:xfrm>
            <a:off x="4559597" y="2701349"/>
            <a:ext cx="4357718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Геологическое строение</a:t>
            </a:r>
          </a:p>
        </p:txBody>
      </p:sp>
      <p:sp>
        <p:nvSpPr>
          <p:cNvPr id="19" name="Скругленный прямоугольник 18">
            <a:hlinkClick r:id="rId4" action="ppaction://hlinksldjump"/>
            <a:hlinkHover r:id="" action="ppaction://noaction" highlightClick="1"/>
          </p:cNvPr>
          <p:cNvSpPr/>
          <p:nvPr/>
        </p:nvSpPr>
        <p:spPr>
          <a:xfrm>
            <a:off x="4572000" y="2000240"/>
            <a:ext cx="4357718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Климатические условия</a:t>
            </a:r>
            <a:endParaRPr lang="ru-RU" dirty="0"/>
          </a:p>
        </p:txBody>
      </p:sp>
      <p:sp>
        <p:nvSpPr>
          <p:cNvPr id="20" name="Скругленный прямоугольник 19">
            <a:hlinkClick r:id="rId5" action="ppaction://hlinksldjump"/>
            <a:hlinkHover r:id="" action="ppaction://noaction" highlightClick="1"/>
          </p:cNvPr>
          <p:cNvSpPr/>
          <p:nvPr/>
        </p:nvSpPr>
        <p:spPr>
          <a:xfrm>
            <a:off x="4559597" y="3329777"/>
            <a:ext cx="4357718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       </a:t>
            </a:r>
            <a:r>
              <a:rPr lang="ru-RU" dirty="0" smtClean="0"/>
              <a:t>Почвы</a:t>
            </a:r>
            <a:endParaRPr lang="ru-RU" sz="1400" dirty="0"/>
          </a:p>
        </p:txBody>
      </p:sp>
      <p:sp>
        <p:nvSpPr>
          <p:cNvPr id="21" name="Скругленный прямоугольник 20">
            <a:hlinkClick r:id="rId6" action="ppaction://hlinksldjump"/>
            <a:hlinkHover r:id="" action="ppaction://noaction" highlightClick="1"/>
          </p:cNvPr>
          <p:cNvSpPr/>
          <p:nvPr/>
        </p:nvSpPr>
        <p:spPr>
          <a:xfrm>
            <a:off x="4559597" y="1321579"/>
            <a:ext cx="4357718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 smtClean="0"/>
          </a:p>
          <a:p>
            <a:pPr algn="ctr"/>
            <a:r>
              <a:rPr lang="ru-RU" dirty="0" smtClean="0"/>
              <a:t>Внутренние воды</a:t>
            </a:r>
          </a:p>
          <a:p>
            <a:pPr algn="ctr"/>
            <a:endParaRPr lang="ru-RU" dirty="0"/>
          </a:p>
        </p:txBody>
      </p:sp>
      <p:sp>
        <p:nvSpPr>
          <p:cNvPr id="22" name="Скругленный прямоугольник 21">
            <a:hlinkClick r:id="rId7" action="ppaction://hlinksldjump"/>
            <a:hlinkHover r:id="" action="ppaction://noaction" highlightClick="1"/>
          </p:cNvPr>
          <p:cNvSpPr/>
          <p:nvPr/>
        </p:nvSpPr>
        <p:spPr>
          <a:xfrm>
            <a:off x="4572000" y="5823701"/>
            <a:ext cx="4357718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       </a:t>
            </a:r>
            <a:r>
              <a:rPr lang="ru-RU" dirty="0" smtClean="0"/>
              <a:t>Природные зоны</a:t>
            </a:r>
            <a:endParaRPr lang="ru-RU" sz="1400" dirty="0"/>
          </a:p>
        </p:txBody>
      </p:sp>
      <p:pic>
        <p:nvPicPr>
          <p:cNvPr id="35" name="Рисунок 34" descr="torgachkin-dscn4933-tip.jpg"/>
          <p:cNvPicPr>
            <a:picLocks noChangeAspect="1"/>
          </p:cNvPicPr>
          <p:nvPr/>
        </p:nvPicPr>
        <p:blipFill>
          <a:blip r:embed="rId8" cstate="print"/>
          <a:srcRect t="8138" b="6412"/>
          <a:stretch>
            <a:fillRect/>
          </a:stretch>
        </p:blipFill>
        <p:spPr>
          <a:xfrm>
            <a:off x="785786" y="857232"/>
            <a:ext cx="3214710" cy="2099901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37" name="Рисунок 36" descr="1251706069_19.jpg"/>
          <p:cNvPicPr>
            <a:picLocks noChangeAspect="1"/>
          </p:cNvPicPr>
          <p:nvPr/>
        </p:nvPicPr>
        <p:blipFill>
          <a:blip r:embed="rId9" cstate="print"/>
          <a:srcRect b="17808"/>
          <a:stretch>
            <a:fillRect/>
          </a:stretch>
        </p:blipFill>
        <p:spPr>
          <a:xfrm>
            <a:off x="785786" y="4521510"/>
            <a:ext cx="3214710" cy="1928826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5"/>
          <p:cNvSpPr txBox="1">
            <a:spLocks/>
          </p:cNvSpPr>
          <p:nvPr/>
        </p:nvSpPr>
        <p:spPr>
          <a:xfrm>
            <a:off x="357158" y="214290"/>
            <a:ext cx="8471647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Тектоническое строение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6" name="Рисунок 15" descr="Новый рисунок (12)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44" y="1428736"/>
            <a:ext cx="5048475" cy="3500462"/>
          </a:xfrm>
          <a:prstGeom prst="rect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Рисунок 19" descr="Новый рисунок (14).bmp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930" t="8696" r="71398" b="45059"/>
          <a:stretch>
            <a:fillRect/>
          </a:stretch>
        </p:blipFill>
        <p:spPr>
          <a:xfrm>
            <a:off x="5350687" y="1204437"/>
            <a:ext cx="785818" cy="18573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29322" y="928670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Платформы и плиты</a:t>
            </a:r>
            <a:endParaRPr lang="ru-RU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143636" y="1428736"/>
            <a:ext cx="250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осадочный  чехол древних платформ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6072198" y="2357430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 плиты молодых платформ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5929322" y="3143248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Складчатые области</a:t>
            </a:r>
            <a:endParaRPr lang="ru-RU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6143636" y="3714752"/>
            <a:ext cx="2428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кайнозойской складчатости (от 30 млн.лет до настоящего времени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2143108" y="2428868"/>
            <a:ext cx="1492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Скифская  плита</a:t>
            </a:r>
            <a:endParaRPr lang="ru-RU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15074" y="5072074"/>
            <a:ext cx="235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предгорные прогибы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285720" y="2214554"/>
            <a:ext cx="1492989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Индоло-Кубанский</a:t>
            </a:r>
            <a:endParaRPr lang="ru-RU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00430" y="3500438"/>
            <a:ext cx="17073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Терско</a:t>
            </a:r>
            <a:r>
              <a:rPr lang="ru-RU" sz="2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- Каспийский</a:t>
            </a:r>
            <a:endParaRPr lang="ru-RU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5501546" y="3970856"/>
            <a:ext cx="642942" cy="214314"/>
          </a:xfrm>
          <a:prstGeom prst="rect">
            <a:avLst/>
          </a:prstGeom>
          <a:solidFill>
            <a:srgbClr val="F2D46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5509764" y="5159043"/>
            <a:ext cx="642942" cy="214314"/>
          </a:xfrm>
          <a:prstGeom prst="rect">
            <a:avLst/>
          </a:prstGeom>
          <a:solidFill>
            <a:srgbClr val="F2D46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Блок-схема: данные 30"/>
          <p:cNvSpPr/>
          <p:nvPr/>
        </p:nvSpPr>
        <p:spPr>
          <a:xfrm>
            <a:off x="5608703" y="5143512"/>
            <a:ext cx="214314" cy="214314"/>
          </a:xfrm>
          <a:prstGeom prst="flowChartInputOutput">
            <a:avLst/>
          </a:prstGeom>
          <a:solidFill>
            <a:srgbClr val="C1DC9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011.jpg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>
          <a:xfrm>
            <a:off x="928662" y="1000108"/>
            <a:ext cx="7286676" cy="4857784"/>
          </a:xfrm>
          <a:prstGeom prst="rect">
            <a:avLst/>
          </a:prstGeom>
          <a:ln w="76200" cmpd="sng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Полилиния 17"/>
          <p:cNvSpPr/>
          <p:nvPr/>
        </p:nvSpPr>
        <p:spPr>
          <a:xfrm>
            <a:off x="1142976" y="1000108"/>
            <a:ext cx="5168153" cy="2947894"/>
          </a:xfrm>
          <a:custGeom>
            <a:avLst/>
            <a:gdLst>
              <a:gd name="connsiteX0" fmla="*/ 62753 w 5168153"/>
              <a:gd name="connsiteY0" fmla="*/ 1033930 h 2947894"/>
              <a:gd name="connsiteX1" fmla="*/ 268941 w 5168153"/>
              <a:gd name="connsiteY1" fmla="*/ 1150471 h 2947894"/>
              <a:gd name="connsiteX2" fmla="*/ 475129 w 5168153"/>
              <a:gd name="connsiteY2" fmla="*/ 1096683 h 2947894"/>
              <a:gd name="connsiteX3" fmla="*/ 439271 w 5168153"/>
              <a:gd name="connsiteY3" fmla="*/ 908424 h 2947894"/>
              <a:gd name="connsiteX4" fmla="*/ 591671 w 5168153"/>
              <a:gd name="connsiteY4" fmla="*/ 917388 h 2947894"/>
              <a:gd name="connsiteX5" fmla="*/ 654423 w 5168153"/>
              <a:gd name="connsiteY5" fmla="*/ 702236 h 2947894"/>
              <a:gd name="connsiteX6" fmla="*/ 770965 w 5168153"/>
              <a:gd name="connsiteY6" fmla="*/ 729130 h 2947894"/>
              <a:gd name="connsiteX7" fmla="*/ 878541 w 5168153"/>
              <a:gd name="connsiteY7" fmla="*/ 729130 h 2947894"/>
              <a:gd name="connsiteX8" fmla="*/ 815788 w 5168153"/>
              <a:gd name="connsiteY8" fmla="*/ 585694 h 2947894"/>
              <a:gd name="connsiteX9" fmla="*/ 609600 w 5168153"/>
              <a:gd name="connsiteY9" fmla="*/ 361577 h 2947894"/>
              <a:gd name="connsiteX10" fmla="*/ 573741 w 5168153"/>
              <a:gd name="connsiteY10" fmla="*/ 280894 h 2947894"/>
              <a:gd name="connsiteX11" fmla="*/ 833718 w 5168153"/>
              <a:gd name="connsiteY11" fmla="*/ 307788 h 2947894"/>
              <a:gd name="connsiteX12" fmla="*/ 896471 w 5168153"/>
              <a:gd name="connsiteY12" fmla="*/ 334683 h 2947894"/>
              <a:gd name="connsiteX13" fmla="*/ 941294 w 5168153"/>
              <a:gd name="connsiteY13" fmla="*/ 200212 h 2947894"/>
              <a:gd name="connsiteX14" fmla="*/ 1129553 w 5168153"/>
              <a:gd name="connsiteY14" fmla="*/ 164353 h 2947894"/>
              <a:gd name="connsiteX15" fmla="*/ 1380565 w 5168153"/>
              <a:gd name="connsiteY15" fmla="*/ 101600 h 2947894"/>
              <a:gd name="connsiteX16" fmla="*/ 1407459 w 5168153"/>
              <a:gd name="connsiteY16" fmla="*/ 65741 h 2947894"/>
              <a:gd name="connsiteX17" fmla="*/ 1667435 w 5168153"/>
              <a:gd name="connsiteY17" fmla="*/ 11953 h 2947894"/>
              <a:gd name="connsiteX18" fmla="*/ 2097741 w 5168153"/>
              <a:gd name="connsiteY18" fmla="*/ 137459 h 2947894"/>
              <a:gd name="connsiteX19" fmla="*/ 2268071 w 5168153"/>
              <a:gd name="connsiteY19" fmla="*/ 352612 h 2947894"/>
              <a:gd name="connsiteX20" fmla="*/ 2492188 w 5168153"/>
              <a:gd name="connsiteY20" fmla="*/ 487083 h 2947894"/>
              <a:gd name="connsiteX21" fmla="*/ 2671482 w 5168153"/>
              <a:gd name="connsiteY21" fmla="*/ 549836 h 2947894"/>
              <a:gd name="connsiteX22" fmla="*/ 2967318 w 5168153"/>
              <a:gd name="connsiteY22" fmla="*/ 764988 h 2947894"/>
              <a:gd name="connsiteX23" fmla="*/ 3505200 w 5168153"/>
              <a:gd name="connsiteY23" fmla="*/ 1096683 h 2947894"/>
              <a:gd name="connsiteX24" fmla="*/ 3738282 w 5168153"/>
              <a:gd name="connsiteY24" fmla="*/ 1222188 h 2947894"/>
              <a:gd name="connsiteX25" fmla="*/ 3881718 w 5168153"/>
              <a:gd name="connsiteY25" fmla="*/ 1293906 h 2947894"/>
              <a:gd name="connsiteX26" fmla="*/ 4132729 w 5168153"/>
              <a:gd name="connsiteY26" fmla="*/ 1509059 h 2947894"/>
              <a:gd name="connsiteX27" fmla="*/ 4697506 w 5168153"/>
              <a:gd name="connsiteY27" fmla="*/ 1589741 h 2947894"/>
              <a:gd name="connsiteX28" fmla="*/ 4805082 w 5168153"/>
              <a:gd name="connsiteY28" fmla="*/ 1625600 h 2947894"/>
              <a:gd name="connsiteX29" fmla="*/ 4733365 w 5168153"/>
              <a:gd name="connsiteY29" fmla="*/ 1760071 h 2947894"/>
              <a:gd name="connsiteX30" fmla="*/ 4867835 w 5168153"/>
              <a:gd name="connsiteY30" fmla="*/ 1939365 h 2947894"/>
              <a:gd name="connsiteX31" fmla="*/ 5109882 w 5168153"/>
              <a:gd name="connsiteY31" fmla="*/ 2190377 h 2947894"/>
              <a:gd name="connsiteX32" fmla="*/ 5136776 w 5168153"/>
              <a:gd name="connsiteY32" fmla="*/ 2477247 h 2947894"/>
              <a:gd name="connsiteX33" fmla="*/ 5136776 w 5168153"/>
              <a:gd name="connsiteY33" fmla="*/ 2880659 h 2947894"/>
              <a:gd name="connsiteX34" fmla="*/ 5082988 w 5168153"/>
              <a:gd name="connsiteY34" fmla="*/ 2880659 h 2947894"/>
              <a:gd name="connsiteX35" fmla="*/ 4625788 w 5168153"/>
              <a:gd name="connsiteY35" fmla="*/ 2701365 h 2947894"/>
              <a:gd name="connsiteX36" fmla="*/ 4025153 w 5168153"/>
              <a:gd name="connsiteY36" fmla="*/ 2459318 h 2947894"/>
              <a:gd name="connsiteX37" fmla="*/ 3774141 w 5168153"/>
              <a:gd name="connsiteY37" fmla="*/ 2432424 h 2947894"/>
              <a:gd name="connsiteX38" fmla="*/ 3370729 w 5168153"/>
              <a:gd name="connsiteY38" fmla="*/ 2495177 h 2947894"/>
              <a:gd name="connsiteX39" fmla="*/ 3012141 w 5168153"/>
              <a:gd name="connsiteY39" fmla="*/ 2118659 h 2947894"/>
              <a:gd name="connsiteX40" fmla="*/ 2528047 w 5168153"/>
              <a:gd name="connsiteY40" fmla="*/ 1858683 h 2947894"/>
              <a:gd name="connsiteX41" fmla="*/ 1873623 w 5168153"/>
              <a:gd name="connsiteY41" fmla="*/ 1930400 h 2947894"/>
              <a:gd name="connsiteX42" fmla="*/ 1335741 w 5168153"/>
              <a:gd name="connsiteY42" fmla="*/ 1822824 h 2947894"/>
              <a:gd name="connsiteX43" fmla="*/ 905435 w 5168153"/>
              <a:gd name="connsiteY43" fmla="*/ 1571812 h 2947894"/>
              <a:gd name="connsiteX44" fmla="*/ 600635 w 5168153"/>
              <a:gd name="connsiteY44" fmla="*/ 1365624 h 2947894"/>
              <a:gd name="connsiteX45" fmla="*/ 349623 w 5168153"/>
              <a:gd name="connsiteY45" fmla="*/ 1338730 h 2947894"/>
              <a:gd name="connsiteX46" fmla="*/ 259976 w 5168153"/>
              <a:gd name="connsiteY46" fmla="*/ 1347694 h 2947894"/>
              <a:gd name="connsiteX47" fmla="*/ 116541 w 5168153"/>
              <a:gd name="connsiteY47" fmla="*/ 1293906 h 2947894"/>
              <a:gd name="connsiteX48" fmla="*/ 8965 w 5168153"/>
              <a:gd name="connsiteY48" fmla="*/ 1222188 h 2947894"/>
              <a:gd name="connsiteX49" fmla="*/ 170329 w 5168153"/>
              <a:gd name="connsiteY49" fmla="*/ 1168400 h 2947894"/>
              <a:gd name="connsiteX50" fmla="*/ 62753 w 5168153"/>
              <a:gd name="connsiteY50" fmla="*/ 1033930 h 294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168153" h="2947894">
                <a:moveTo>
                  <a:pt x="62753" y="1033930"/>
                </a:moveTo>
                <a:cubicBezTo>
                  <a:pt x="79188" y="1030942"/>
                  <a:pt x="200212" y="1140012"/>
                  <a:pt x="268941" y="1150471"/>
                </a:cubicBezTo>
                <a:cubicBezTo>
                  <a:pt x="337670" y="1160930"/>
                  <a:pt x="446741" y="1137024"/>
                  <a:pt x="475129" y="1096683"/>
                </a:cubicBezTo>
                <a:cubicBezTo>
                  <a:pt x="503517" y="1056342"/>
                  <a:pt x="419847" y="938306"/>
                  <a:pt x="439271" y="908424"/>
                </a:cubicBezTo>
                <a:cubicBezTo>
                  <a:pt x="458695" y="878542"/>
                  <a:pt x="555812" y="951753"/>
                  <a:pt x="591671" y="917388"/>
                </a:cubicBezTo>
                <a:cubicBezTo>
                  <a:pt x="627530" y="883023"/>
                  <a:pt x="624541" y="733612"/>
                  <a:pt x="654423" y="702236"/>
                </a:cubicBezTo>
                <a:cubicBezTo>
                  <a:pt x="684305" y="670860"/>
                  <a:pt x="733612" y="724648"/>
                  <a:pt x="770965" y="729130"/>
                </a:cubicBezTo>
                <a:cubicBezTo>
                  <a:pt x="808318" y="733612"/>
                  <a:pt x="871071" y="753036"/>
                  <a:pt x="878541" y="729130"/>
                </a:cubicBezTo>
                <a:cubicBezTo>
                  <a:pt x="886011" y="705224"/>
                  <a:pt x="860611" y="646953"/>
                  <a:pt x="815788" y="585694"/>
                </a:cubicBezTo>
                <a:cubicBezTo>
                  <a:pt x="770965" y="524435"/>
                  <a:pt x="649941" y="412377"/>
                  <a:pt x="609600" y="361577"/>
                </a:cubicBezTo>
                <a:cubicBezTo>
                  <a:pt x="569259" y="310777"/>
                  <a:pt x="536388" y="289859"/>
                  <a:pt x="573741" y="280894"/>
                </a:cubicBezTo>
                <a:cubicBezTo>
                  <a:pt x="611094" y="271929"/>
                  <a:pt x="779930" y="298823"/>
                  <a:pt x="833718" y="307788"/>
                </a:cubicBezTo>
                <a:cubicBezTo>
                  <a:pt x="887506" y="316753"/>
                  <a:pt x="878542" y="352612"/>
                  <a:pt x="896471" y="334683"/>
                </a:cubicBezTo>
                <a:cubicBezTo>
                  <a:pt x="914400" y="316754"/>
                  <a:pt x="902447" y="228600"/>
                  <a:pt x="941294" y="200212"/>
                </a:cubicBezTo>
                <a:cubicBezTo>
                  <a:pt x="980141" y="171824"/>
                  <a:pt x="1056341" y="180788"/>
                  <a:pt x="1129553" y="164353"/>
                </a:cubicBezTo>
                <a:cubicBezTo>
                  <a:pt x="1202765" y="147918"/>
                  <a:pt x="1334247" y="118035"/>
                  <a:pt x="1380565" y="101600"/>
                </a:cubicBezTo>
                <a:cubicBezTo>
                  <a:pt x="1426883" y="85165"/>
                  <a:pt x="1359647" y="80682"/>
                  <a:pt x="1407459" y="65741"/>
                </a:cubicBezTo>
                <a:cubicBezTo>
                  <a:pt x="1455271" y="50800"/>
                  <a:pt x="1552388" y="0"/>
                  <a:pt x="1667435" y="11953"/>
                </a:cubicBezTo>
                <a:cubicBezTo>
                  <a:pt x="1782482" y="23906"/>
                  <a:pt x="1997635" y="80683"/>
                  <a:pt x="2097741" y="137459"/>
                </a:cubicBezTo>
                <a:cubicBezTo>
                  <a:pt x="2197847" y="194236"/>
                  <a:pt x="2202330" y="294341"/>
                  <a:pt x="2268071" y="352612"/>
                </a:cubicBezTo>
                <a:cubicBezTo>
                  <a:pt x="2333812" y="410883"/>
                  <a:pt x="2424953" y="454212"/>
                  <a:pt x="2492188" y="487083"/>
                </a:cubicBezTo>
                <a:cubicBezTo>
                  <a:pt x="2559423" y="519954"/>
                  <a:pt x="2592294" y="503519"/>
                  <a:pt x="2671482" y="549836"/>
                </a:cubicBezTo>
                <a:cubicBezTo>
                  <a:pt x="2750670" y="596153"/>
                  <a:pt x="2828365" y="673847"/>
                  <a:pt x="2967318" y="764988"/>
                </a:cubicBezTo>
                <a:cubicBezTo>
                  <a:pt x="3106271" y="856129"/>
                  <a:pt x="3376706" y="1020483"/>
                  <a:pt x="3505200" y="1096683"/>
                </a:cubicBezTo>
                <a:cubicBezTo>
                  <a:pt x="3633694" y="1172883"/>
                  <a:pt x="3675529" y="1189318"/>
                  <a:pt x="3738282" y="1222188"/>
                </a:cubicBezTo>
                <a:cubicBezTo>
                  <a:pt x="3801035" y="1255058"/>
                  <a:pt x="3815977" y="1246094"/>
                  <a:pt x="3881718" y="1293906"/>
                </a:cubicBezTo>
                <a:cubicBezTo>
                  <a:pt x="3947459" y="1341718"/>
                  <a:pt x="3996764" y="1459753"/>
                  <a:pt x="4132729" y="1509059"/>
                </a:cubicBezTo>
                <a:cubicBezTo>
                  <a:pt x="4268694" y="1558365"/>
                  <a:pt x="4585447" y="1570318"/>
                  <a:pt x="4697506" y="1589741"/>
                </a:cubicBezTo>
                <a:cubicBezTo>
                  <a:pt x="4809565" y="1609164"/>
                  <a:pt x="4799105" y="1597212"/>
                  <a:pt x="4805082" y="1625600"/>
                </a:cubicBezTo>
                <a:cubicBezTo>
                  <a:pt x="4811059" y="1653988"/>
                  <a:pt x="4722906" y="1707777"/>
                  <a:pt x="4733365" y="1760071"/>
                </a:cubicBezTo>
                <a:cubicBezTo>
                  <a:pt x="4743824" y="1812365"/>
                  <a:pt x="4805082" y="1867647"/>
                  <a:pt x="4867835" y="1939365"/>
                </a:cubicBezTo>
                <a:cubicBezTo>
                  <a:pt x="4930588" y="2011083"/>
                  <a:pt x="5065059" y="2100730"/>
                  <a:pt x="5109882" y="2190377"/>
                </a:cubicBezTo>
                <a:cubicBezTo>
                  <a:pt x="5154705" y="2280024"/>
                  <a:pt x="5132294" y="2362200"/>
                  <a:pt x="5136776" y="2477247"/>
                </a:cubicBezTo>
                <a:cubicBezTo>
                  <a:pt x="5141258" y="2592294"/>
                  <a:pt x="5145741" y="2813424"/>
                  <a:pt x="5136776" y="2880659"/>
                </a:cubicBezTo>
                <a:cubicBezTo>
                  <a:pt x="5127811" y="2947894"/>
                  <a:pt x="5168153" y="2910541"/>
                  <a:pt x="5082988" y="2880659"/>
                </a:cubicBezTo>
                <a:cubicBezTo>
                  <a:pt x="4997823" y="2850777"/>
                  <a:pt x="4625788" y="2701365"/>
                  <a:pt x="4625788" y="2701365"/>
                </a:cubicBezTo>
                <a:cubicBezTo>
                  <a:pt x="4449482" y="2631142"/>
                  <a:pt x="4167094" y="2504141"/>
                  <a:pt x="4025153" y="2459318"/>
                </a:cubicBezTo>
                <a:cubicBezTo>
                  <a:pt x="3883212" y="2414495"/>
                  <a:pt x="3883212" y="2426448"/>
                  <a:pt x="3774141" y="2432424"/>
                </a:cubicBezTo>
                <a:cubicBezTo>
                  <a:pt x="3665070" y="2438400"/>
                  <a:pt x="3497729" y="2547471"/>
                  <a:pt x="3370729" y="2495177"/>
                </a:cubicBezTo>
                <a:cubicBezTo>
                  <a:pt x="3243729" y="2442883"/>
                  <a:pt x="3152588" y="2224741"/>
                  <a:pt x="3012141" y="2118659"/>
                </a:cubicBezTo>
                <a:cubicBezTo>
                  <a:pt x="2871694" y="2012577"/>
                  <a:pt x="2717800" y="1890060"/>
                  <a:pt x="2528047" y="1858683"/>
                </a:cubicBezTo>
                <a:cubicBezTo>
                  <a:pt x="2338294" y="1827306"/>
                  <a:pt x="2072341" y="1936376"/>
                  <a:pt x="1873623" y="1930400"/>
                </a:cubicBezTo>
                <a:cubicBezTo>
                  <a:pt x="1674905" y="1924424"/>
                  <a:pt x="1497106" y="1882589"/>
                  <a:pt x="1335741" y="1822824"/>
                </a:cubicBezTo>
                <a:cubicBezTo>
                  <a:pt x="1174376" y="1763059"/>
                  <a:pt x="1027953" y="1648012"/>
                  <a:pt x="905435" y="1571812"/>
                </a:cubicBezTo>
                <a:cubicBezTo>
                  <a:pt x="782917" y="1495612"/>
                  <a:pt x="693270" y="1404471"/>
                  <a:pt x="600635" y="1365624"/>
                </a:cubicBezTo>
                <a:cubicBezTo>
                  <a:pt x="508000" y="1326777"/>
                  <a:pt x="406400" y="1341718"/>
                  <a:pt x="349623" y="1338730"/>
                </a:cubicBezTo>
                <a:cubicBezTo>
                  <a:pt x="292847" y="1335742"/>
                  <a:pt x="298823" y="1355165"/>
                  <a:pt x="259976" y="1347694"/>
                </a:cubicBezTo>
                <a:cubicBezTo>
                  <a:pt x="221129" y="1340223"/>
                  <a:pt x="158376" y="1314824"/>
                  <a:pt x="116541" y="1293906"/>
                </a:cubicBezTo>
                <a:cubicBezTo>
                  <a:pt x="74706" y="1272988"/>
                  <a:pt x="0" y="1243106"/>
                  <a:pt x="8965" y="1222188"/>
                </a:cubicBezTo>
                <a:cubicBezTo>
                  <a:pt x="17930" y="1201270"/>
                  <a:pt x="158376" y="1195294"/>
                  <a:pt x="170329" y="1168400"/>
                </a:cubicBezTo>
                <a:cubicBezTo>
                  <a:pt x="182282" y="1141506"/>
                  <a:pt x="46318" y="1036918"/>
                  <a:pt x="62753" y="1033930"/>
                </a:cubicBezTo>
                <a:close/>
              </a:path>
            </a:pathLst>
          </a:custGeom>
          <a:solidFill>
            <a:schemeClr val="accent3">
              <a:lumMod val="75000"/>
              <a:alpha val="75000"/>
            </a:schemeClr>
          </a:solidFill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олилиния 20"/>
          <p:cNvSpPr/>
          <p:nvPr/>
        </p:nvSpPr>
        <p:spPr>
          <a:xfrm>
            <a:off x="1359647" y="2302435"/>
            <a:ext cx="5511800" cy="2701364"/>
          </a:xfrm>
          <a:custGeom>
            <a:avLst/>
            <a:gdLst>
              <a:gd name="connsiteX0" fmla="*/ 38847 w 5511800"/>
              <a:gd name="connsiteY0" fmla="*/ 91141 h 2701364"/>
              <a:gd name="connsiteX1" fmla="*/ 298824 w 5511800"/>
              <a:gd name="connsiteY1" fmla="*/ 19424 h 2701364"/>
              <a:gd name="connsiteX2" fmla="*/ 505012 w 5511800"/>
              <a:gd name="connsiteY2" fmla="*/ 207683 h 2701364"/>
              <a:gd name="connsiteX3" fmla="*/ 729129 w 5511800"/>
              <a:gd name="connsiteY3" fmla="*/ 297330 h 2701364"/>
              <a:gd name="connsiteX4" fmla="*/ 917388 w 5511800"/>
              <a:gd name="connsiteY4" fmla="*/ 449730 h 2701364"/>
              <a:gd name="connsiteX5" fmla="*/ 1159435 w 5511800"/>
              <a:gd name="connsiteY5" fmla="*/ 548341 h 2701364"/>
              <a:gd name="connsiteX6" fmla="*/ 1509059 w 5511800"/>
              <a:gd name="connsiteY6" fmla="*/ 655918 h 2701364"/>
              <a:gd name="connsiteX7" fmla="*/ 1858682 w 5511800"/>
              <a:gd name="connsiteY7" fmla="*/ 620059 h 2701364"/>
              <a:gd name="connsiteX8" fmla="*/ 2244165 w 5511800"/>
              <a:gd name="connsiteY8" fmla="*/ 539377 h 2701364"/>
              <a:gd name="connsiteX9" fmla="*/ 2593788 w 5511800"/>
              <a:gd name="connsiteY9" fmla="*/ 691777 h 2701364"/>
              <a:gd name="connsiteX10" fmla="*/ 2988235 w 5511800"/>
              <a:gd name="connsiteY10" fmla="*/ 1023471 h 2701364"/>
              <a:gd name="connsiteX11" fmla="*/ 3131671 w 5511800"/>
              <a:gd name="connsiteY11" fmla="*/ 1238624 h 2701364"/>
              <a:gd name="connsiteX12" fmla="*/ 3445435 w 5511800"/>
              <a:gd name="connsiteY12" fmla="*/ 1140012 h 2701364"/>
              <a:gd name="connsiteX13" fmla="*/ 3839882 w 5511800"/>
              <a:gd name="connsiteY13" fmla="*/ 1175871 h 2701364"/>
              <a:gd name="connsiteX14" fmla="*/ 3974353 w 5511800"/>
              <a:gd name="connsiteY14" fmla="*/ 1301377 h 2701364"/>
              <a:gd name="connsiteX15" fmla="*/ 4234329 w 5511800"/>
              <a:gd name="connsiteY15" fmla="*/ 1346200 h 2701364"/>
              <a:gd name="connsiteX16" fmla="*/ 4664635 w 5511800"/>
              <a:gd name="connsiteY16" fmla="*/ 1489636 h 2701364"/>
              <a:gd name="connsiteX17" fmla="*/ 4879788 w 5511800"/>
              <a:gd name="connsiteY17" fmla="*/ 1534459 h 2701364"/>
              <a:gd name="connsiteX18" fmla="*/ 5005294 w 5511800"/>
              <a:gd name="connsiteY18" fmla="*/ 1731683 h 2701364"/>
              <a:gd name="connsiteX19" fmla="*/ 5444565 w 5511800"/>
              <a:gd name="connsiteY19" fmla="*/ 2242671 h 2701364"/>
              <a:gd name="connsiteX20" fmla="*/ 5408706 w 5511800"/>
              <a:gd name="connsiteY20" fmla="*/ 2287494 h 2701364"/>
              <a:gd name="connsiteX21" fmla="*/ 5354918 w 5511800"/>
              <a:gd name="connsiteY21" fmla="*/ 2404036 h 2701364"/>
              <a:gd name="connsiteX22" fmla="*/ 5247341 w 5511800"/>
              <a:gd name="connsiteY22" fmla="*/ 2466789 h 2701364"/>
              <a:gd name="connsiteX23" fmla="*/ 5166659 w 5511800"/>
              <a:gd name="connsiteY23" fmla="*/ 2520577 h 2701364"/>
              <a:gd name="connsiteX24" fmla="*/ 5121835 w 5511800"/>
              <a:gd name="connsiteY24" fmla="*/ 2601259 h 2701364"/>
              <a:gd name="connsiteX25" fmla="*/ 4960471 w 5511800"/>
              <a:gd name="connsiteY25" fmla="*/ 2681941 h 2701364"/>
              <a:gd name="connsiteX26" fmla="*/ 4718424 w 5511800"/>
              <a:gd name="connsiteY26" fmla="*/ 2484718 h 2701364"/>
              <a:gd name="connsiteX27" fmla="*/ 4539129 w 5511800"/>
              <a:gd name="connsiteY27" fmla="*/ 2269565 h 2701364"/>
              <a:gd name="connsiteX28" fmla="*/ 4377765 w 5511800"/>
              <a:gd name="connsiteY28" fmla="*/ 2260600 h 2701364"/>
              <a:gd name="connsiteX29" fmla="*/ 4117788 w 5511800"/>
              <a:gd name="connsiteY29" fmla="*/ 2135094 h 2701364"/>
              <a:gd name="connsiteX30" fmla="*/ 3983318 w 5511800"/>
              <a:gd name="connsiteY30" fmla="*/ 2108200 h 2701364"/>
              <a:gd name="connsiteX31" fmla="*/ 3911600 w 5511800"/>
              <a:gd name="connsiteY31" fmla="*/ 2027518 h 2701364"/>
              <a:gd name="connsiteX32" fmla="*/ 3983318 w 5511800"/>
              <a:gd name="connsiteY32" fmla="*/ 1982694 h 2701364"/>
              <a:gd name="connsiteX33" fmla="*/ 4010212 w 5511800"/>
              <a:gd name="connsiteY33" fmla="*/ 1884083 h 2701364"/>
              <a:gd name="connsiteX34" fmla="*/ 3848847 w 5511800"/>
              <a:gd name="connsiteY34" fmla="*/ 1848224 h 2701364"/>
              <a:gd name="connsiteX35" fmla="*/ 3830918 w 5511800"/>
              <a:gd name="connsiteY35" fmla="*/ 1902012 h 2701364"/>
              <a:gd name="connsiteX36" fmla="*/ 3777129 w 5511800"/>
              <a:gd name="connsiteY36" fmla="*/ 1776506 h 2701364"/>
              <a:gd name="connsiteX37" fmla="*/ 3615765 w 5511800"/>
              <a:gd name="connsiteY37" fmla="*/ 1722718 h 2701364"/>
              <a:gd name="connsiteX38" fmla="*/ 3615765 w 5511800"/>
              <a:gd name="connsiteY38" fmla="*/ 1776506 h 2701364"/>
              <a:gd name="connsiteX39" fmla="*/ 3570941 w 5511800"/>
              <a:gd name="connsiteY39" fmla="*/ 1821330 h 2701364"/>
              <a:gd name="connsiteX40" fmla="*/ 3481294 w 5511800"/>
              <a:gd name="connsiteY40" fmla="*/ 1695824 h 2701364"/>
              <a:gd name="connsiteX41" fmla="*/ 3427506 w 5511800"/>
              <a:gd name="connsiteY41" fmla="*/ 1749612 h 2701364"/>
              <a:gd name="connsiteX42" fmla="*/ 3400612 w 5511800"/>
              <a:gd name="connsiteY42" fmla="*/ 1794436 h 2701364"/>
              <a:gd name="connsiteX43" fmla="*/ 3346824 w 5511800"/>
              <a:gd name="connsiteY43" fmla="*/ 1749612 h 2701364"/>
              <a:gd name="connsiteX44" fmla="*/ 3248212 w 5511800"/>
              <a:gd name="connsiteY44" fmla="*/ 1785471 h 2701364"/>
              <a:gd name="connsiteX45" fmla="*/ 3140635 w 5511800"/>
              <a:gd name="connsiteY45" fmla="*/ 1848224 h 2701364"/>
              <a:gd name="connsiteX46" fmla="*/ 3033059 w 5511800"/>
              <a:gd name="connsiteY46" fmla="*/ 1803400 h 2701364"/>
              <a:gd name="connsiteX47" fmla="*/ 3024094 w 5511800"/>
              <a:gd name="connsiteY47" fmla="*/ 1668930 h 2701364"/>
              <a:gd name="connsiteX48" fmla="*/ 2835835 w 5511800"/>
              <a:gd name="connsiteY48" fmla="*/ 1615141 h 2701364"/>
              <a:gd name="connsiteX49" fmla="*/ 2656541 w 5511800"/>
              <a:gd name="connsiteY49" fmla="*/ 1516530 h 2701364"/>
              <a:gd name="connsiteX50" fmla="*/ 2575859 w 5511800"/>
              <a:gd name="connsiteY50" fmla="*/ 1462741 h 2701364"/>
              <a:gd name="connsiteX51" fmla="*/ 2504141 w 5511800"/>
              <a:gd name="connsiteY51" fmla="*/ 1462741 h 2701364"/>
              <a:gd name="connsiteX52" fmla="*/ 2450353 w 5511800"/>
              <a:gd name="connsiteY52" fmla="*/ 1426883 h 2701364"/>
              <a:gd name="connsiteX53" fmla="*/ 2280024 w 5511800"/>
              <a:gd name="connsiteY53" fmla="*/ 1417918 h 2701364"/>
              <a:gd name="connsiteX54" fmla="*/ 2037977 w 5511800"/>
              <a:gd name="connsiteY54" fmla="*/ 1417918 h 2701364"/>
              <a:gd name="connsiteX55" fmla="*/ 1930400 w 5511800"/>
              <a:gd name="connsiteY55" fmla="*/ 1337236 h 2701364"/>
              <a:gd name="connsiteX56" fmla="*/ 1778000 w 5511800"/>
              <a:gd name="connsiteY56" fmla="*/ 1310341 h 2701364"/>
              <a:gd name="connsiteX57" fmla="*/ 1688353 w 5511800"/>
              <a:gd name="connsiteY57" fmla="*/ 1256553 h 2701364"/>
              <a:gd name="connsiteX58" fmla="*/ 1643529 w 5511800"/>
              <a:gd name="connsiteY58" fmla="*/ 1211730 h 2701364"/>
              <a:gd name="connsiteX59" fmla="*/ 1526988 w 5511800"/>
              <a:gd name="connsiteY59" fmla="*/ 1166906 h 2701364"/>
              <a:gd name="connsiteX60" fmla="*/ 1392518 w 5511800"/>
              <a:gd name="connsiteY60" fmla="*/ 1140012 h 2701364"/>
              <a:gd name="connsiteX61" fmla="*/ 1311835 w 5511800"/>
              <a:gd name="connsiteY61" fmla="*/ 1220694 h 2701364"/>
              <a:gd name="connsiteX62" fmla="*/ 1150471 w 5511800"/>
              <a:gd name="connsiteY62" fmla="*/ 1086224 h 2701364"/>
              <a:gd name="connsiteX63" fmla="*/ 1033929 w 5511800"/>
              <a:gd name="connsiteY63" fmla="*/ 978647 h 2701364"/>
              <a:gd name="connsiteX64" fmla="*/ 953247 w 5511800"/>
              <a:gd name="connsiteY64" fmla="*/ 853141 h 2701364"/>
              <a:gd name="connsiteX65" fmla="*/ 818777 w 5511800"/>
              <a:gd name="connsiteY65" fmla="*/ 718671 h 2701364"/>
              <a:gd name="connsiteX66" fmla="*/ 729129 w 5511800"/>
              <a:gd name="connsiteY66" fmla="*/ 575236 h 2701364"/>
              <a:gd name="connsiteX67" fmla="*/ 540871 w 5511800"/>
              <a:gd name="connsiteY67" fmla="*/ 530412 h 2701364"/>
              <a:gd name="connsiteX68" fmla="*/ 334682 w 5511800"/>
              <a:gd name="connsiteY68" fmla="*/ 333189 h 2701364"/>
              <a:gd name="connsiteX69" fmla="*/ 200212 w 5511800"/>
              <a:gd name="connsiteY69" fmla="*/ 333189 h 2701364"/>
              <a:gd name="connsiteX70" fmla="*/ 110565 w 5511800"/>
              <a:gd name="connsiteY70" fmla="*/ 252506 h 2701364"/>
              <a:gd name="connsiteX71" fmla="*/ 65741 w 5511800"/>
              <a:gd name="connsiteY71" fmla="*/ 153894 h 2701364"/>
              <a:gd name="connsiteX72" fmla="*/ 38847 w 5511800"/>
              <a:gd name="connsiteY72" fmla="*/ 91141 h 2701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511800" h="2701364">
                <a:moveTo>
                  <a:pt x="38847" y="91141"/>
                </a:moveTo>
                <a:cubicBezTo>
                  <a:pt x="77694" y="68729"/>
                  <a:pt x="221130" y="0"/>
                  <a:pt x="298824" y="19424"/>
                </a:cubicBezTo>
                <a:cubicBezTo>
                  <a:pt x="376518" y="38848"/>
                  <a:pt x="433295" y="161365"/>
                  <a:pt x="505012" y="207683"/>
                </a:cubicBezTo>
                <a:cubicBezTo>
                  <a:pt x="576730" y="254001"/>
                  <a:pt x="660400" y="256989"/>
                  <a:pt x="729129" y="297330"/>
                </a:cubicBezTo>
                <a:cubicBezTo>
                  <a:pt x="797858" y="337671"/>
                  <a:pt x="845670" y="407895"/>
                  <a:pt x="917388" y="449730"/>
                </a:cubicBezTo>
                <a:cubicBezTo>
                  <a:pt x="989106" y="491565"/>
                  <a:pt x="1060823" y="513976"/>
                  <a:pt x="1159435" y="548341"/>
                </a:cubicBezTo>
                <a:cubicBezTo>
                  <a:pt x="1258047" y="582706"/>
                  <a:pt x="1392518" y="643965"/>
                  <a:pt x="1509059" y="655918"/>
                </a:cubicBezTo>
                <a:cubicBezTo>
                  <a:pt x="1625600" y="667871"/>
                  <a:pt x="1736164" y="639483"/>
                  <a:pt x="1858682" y="620059"/>
                </a:cubicBezTo>
                <a:cubicBezTo>
                  <a:pt x="1981200" y="600636"/>
                  <a:pt x="2121647" y="527424"/>
                  <a:pt x="2244165" y="539377"/>
                </a:cubicBezTo>
                <a:cubicBezTo>
                  <a:pt x="2366683" y="551330"/>
                  <a:pt x="2469776" y="611095"/>
                  <a:pt x="2593788" y="691777"/>
                </a:cubicBezTo>
                <a:cubicBezTo>
                  <a:pt x="2717800" y="772459"/>
                  <a:pt x="2898588" y="932330"/>
                  <a:pt x="2988235" y="1023471"/>
                </a:cubicBezTo>
                <a:cubicBezTo>
                  <a:pt x="3077882" y="1114612"/>
                  <a:pt x="3055471" y="1219201"/>
                  <a:pt x="3131671" y="1238624"/>
                </a:cubicBezTo>
                <a:cubicBezTo>
                  <a:pt x="3207871" y="1258047"/>
                  <a:pt x="3327400" y="1150471"/>
                  <a:pt x="3445435" y="1140012"/>
                </a:cubicBezTo>
                <a:cubicBezTo>
                  <a:pt x="3563470" y="1129553"/>
                  <a:pt x="3751729" y="1148977"/>
                  <a:pt x="3839882" y="1175871"/>
                </a:cubicBezTo>
                <a:cubicBezTo>
                  <a:pt x="3928035" y="1202765"/>
                  <a:pt x="3908612" y="1272989"/>
                  <a:pt x="3974353" y="1301377"/>
                </a:cubicBezTo>
                <a:cubicBezTo>
                  <a:pt x="4040094" y="1329765"/>
                  <a:pt x="4119282" y="1314824"/>
                  <a:pt x="4234329" y="1346200"/>
                </a:cubicBezTo>
                <a:cubicBezTo>
                  <a:pt x="4349376" y="1377576"/>
                  <a:pt x="4557058" y="1458259"/>
                  <a:pt x="4664635" y="1489636"/>
                </a:cubicBezTo>
                <a:cubicBezTo>
                  <a:pt x="4772212" y="1521013"/>
                  <a:pt x="4823012" y="1494118"/>
                  <a:pt x="4879788" y="1534459"/>
                </a:cubicBezTo>
                <a:cubicBezTo>
                  <a:pt x="4936564" y="1574800"/>
                  <a:pt x="4911165" y="1613648"/>
                  <a:pt x="5005294" y="1731683"/>
                </a:cubicBezTo>
                <a:cubicBezTo>
                  <a:pt x="5099424" y="1849718"/>
                  <a:pt x="5377330" y="2150036"/>
                  <a:pt x="5444565" y="2242671"/>
                </a:cubicBezTo>
                <a:cubicBezTo>
                  <a:pt x="5511800" y="2335306"/>
                  <a:pt x="5423647" y="2260600"/>
                  <a:pt x="5408706" y="2287494"/>
                </a:cubicBezTo>
                <a:cubicBezTo>
                  <a:pt x="5393765" y="2314388"/>
                  <a:pt x="5381812" y="2374154"/>
                  <a:pt x="5354918" y="2404036"/>
                </a:cubicBezTo>
                <a:cubicBezTo>
                  <a:pt x="5328024" y="2433919"/>
                  <a:pt x="5278718" y="2447365"/>
                  <a:pt x="5247341" y="2466789"/>
                </a:cubicBezTo>
                <a:cubicBezTo>
                  <a:pt x="5215964" y="2486213"/>
                  <a:pt x="5187577" y="2498165"/>
                  <a:pt x="5166659" y="2520577"/>
                </a:cubicBezTo>
                <a:cubicBezTo>
                  <a:pt x="5145741" y="2542989"/>
                  <a:pt x="5156200" y="2574365"/>
                  <a:pt x="5121835" y="2601259"/>
                </a:cubicBezTo>
                <a:cubicBezTo>
                  <a:pt x="5087470" y="2628153"/>
                  <a:pt x="5027706" y="2701364"/>
                  <a:pt x="4960471" y="2681941"/>
                </a:cubicBezTo>
                <a:cubicBezTo>
                  <a:pt x="4893236" y="2662518"/>
                  <a:pt x="4788648" y="2553447"/>
                  <a:pt x="4718424" y="2484718"/>
                </a:cubicBezTo>
                <a:cubicBezTo>
                  <a:pt x="4648200" y="2415989"/>
                  <a:pt x="4595905" y="2306918"/>
                  <a:pt x="4539129" y="2269565"/>
                </a:cubicBezTo>
                <a:cubicBezTo>
                  <a:pt x="4482353" y="2232212"/>
                  <a:pt x="4447989" y="2283012"/>
                  <a:pt x="4377765" y="2260600"/>
                </a:cubicBezTo>
                <a:cubicBezTo>
                  <a:pt x="4307542" y="2238188"/>
                  <a:pt x="4183529" y="2160494"/>
                  <a:pt x="4117788" y="2135094"/>
                </a:cubicBezTo>
                <a:cubicBezTo>
                  <a:pt x="4052047" y="2109694"/>
                  <a:pt x="4017683" y="2126129"/>
                  <a:pt x="3983318" y="2108200"/>
                </a:cubicBezTo>
                <a:cubicBezTo>
                  <a:pt x="3948953" y="2090271"/>
                  <a:pt x="3911600" y="2048436"/>
                  <a:pt x="3911600" y="2027518"/>
                </a:cubicBezTo>
                <a:cubicBezTo>
                  <a:pt x="3911600" y="2006600"/>
                  <a:pt x="3966883" y="2006600"/>
                  <a:pt x="3983318" y="1982694"/>
                </a:cubicBezTo>
                <a:cubicBezTo>
                  <a:pt x="3999753" y="1958788"/>
                  <a:pt x="4032624" y="1906495"/>
                  <a:pt x="4010212" y="1884083"/>
                </a:cubicBezTo>
                <a:cubicBezTo>
                  <a:pt x="3987800" y="1861671"/>
                  <a:pt x="3878729" y="1845236"/>
                  <a:pt x="3848847" y="1848224"/>
                </a:cubicBezTo>
                <a:cubicBezTo>
                  <a:pt x="3818965" y="1851212"/>
                  <a:pt x="3842871" y="1913965"/>
                  <a:pt x="3830918" y="1902012"/>
                </a:cubicBezTo>
                <a:cubicBezTo>
                  <a:pt x="3818965" y="1890059"/>
                  <a:pt x="3812988" y="1806388"/>
                  <a:pt x="3777129" y="1776506"/>
                </a:cubicBezTo>
                <a:cubicBezTo>
                  <a:pt x="3741270" y="1746624"/>
                  <a:pt x="3642659" y="1722718"/>
                  <a:pt x="3615765" y="1722718"/>
                </a:cubicBezTo>
                <a:cubicBezTo>
                  <a:pt x="3588871" y="1722718"/>
                  <a:pt x="3623236" y="1760071"/>
                  <a:pt x="3615765" y="1776506"/>
                </a:cubicBezTo>
                <a:cubicBezTo>
                  <a:pt x="3608294" y="1792941"/>
                  <a:pt x="3593353" y="1834777"/>
                  <a:pt x="3570941" y="1821330"/>
                </a:cubicBezTo>
                <a:cubicBezTo>
                  <a:pt x="3548529" y="1807883"/>
                  <a:pt x="3505200" y="1707777"/>
                  <a:pt x="3481294" y="1695824"/>
                </a:cubicBezTo>
                <a:cubicBezTo>
                  <a:pt x="3457388" y="1683871"/>
                  <a:pt x="3440953" y="1733177"/>
                  <a:pt x="3427506" y="1749612"/>
                </a:cubicBezTo>
                <a:cubicBezTo>
                  <a:pt x="3414059" y="1766047"/>
                  <a:pt x="3414059" y="1794436"/>
                  <a:pt x="3400612" y="1794436"/>
                </a:cubicBezTo>
                <a:cubicBezTo>
                  <a:pt x="3387165" y="1794436"/>
                  <a:pt x="3372224" y="1751106"/>
                  <a:pt x="3346824" y="1749612"/>
                </a:cubicBezTo>
                <a:cubicBezTo>
                  <a:pt x="3321424" y="1748118"/>
                  <a:pt x="3282577" y="1769036"/>
                  <a:pt x="3248212" y="1785471"/>
                </a:cubicBezTo>
                <a:cubicBezTo>
                  <a:pt x="3213847" y="1801906"/>
                  <a:pt x="3176494" y="1845236"/>
                  <a:pt x="3140635" y="1848224"/>
                </a:cubicBezTo>
                <a:cubicBezTo>
                  <a:pt x="3104776" y="1851212"/>
                  <a:pt x="3052483" y="1833282"/>
                  <a:pt x="3033059" y="1803400"/>
                </a:cubicBezTo>
                <a:cubicBezTo>
                  <a:pt x="3013635" y="1773518"/>
                  <a:pt x="3056965" y="1700306"/>
                  <a:pt x="3024094" y="1668930"/>
                </a:cubicBezTo>
                <a:cubicBezTo>
                  <a:pt x="2991223" y="1637554"/>
                  <a:pt x="2897094" y="1640541"/>
                  <a:pt x="2835835" y="1615141"/>
                </a:cubicBezTo>
                <a:cubicBezTo>
                  <a:pt x="2774576" y="1589741"/>
                  <a:pt x="2699870" y="1541930"/>
                  <a:pt x="2656541" y="1516530"/>
                </a:cubicBezTo>
                <a:cubicBezTo>
                  <a:pt x="2613212" y="1491130"/>
                  <a:pt x="2601259" y="1471706"/>
                  <a:pt x="2575859" y="1462741"/>
                </a:cubicBezTo>
                <a:cubicBezTo>
                  <a:pt x="2550459" y="1453776"/>
                  <a:pt x="2525059" y="1468717"/>
                  <a:pt x="2504141" y="1462741"/>
                </a:cubicBezTo>
                <a:cubicBezTo>
                  <a:pt x="2483223" y="1456765"/>
                  <a:pt x="2487706" y="1434353"/>
                  <a:pt x="2450353" y="1426883"/>
                </a:cubicBezTo>
                <a:cubicBezTo>
                  <a:pt x="2413000" y="1419413"/>
                  <a:pt x="2348753" y="1419412"/>
                  <a:pt x="2280024" y="1417918"/>
                </a:cubicBezTo>
                <a:cubicBezTo>
                  <a:pt x="2211295" y="1416424"/>
                  <a:pt x="2096248" y="1431365"/>
                  <a:pt x="2037977" y="1417918"/>
                </a:cubicBezTo>
                <a:cubicBezTo>
                  <a:pt x="1979706" y="1404471"/>
                  <a:pt x="1973729" y="1355165"/>
                  <a:pt x="1930400" y="1337236"/>
                </a:cubicBezTo>
                <a:cubicBezTo>
                  <a:pt x="1887071" y="1319307"/>
                  <a:pt x="1818341" y="1323788"/>
                  <a:pt x="1778000" y="1310341"/>
                </a:cubicBezTo>
                <a:cubicBezTo>
                  <a:pt x="1737659" y="1296894"/>
                  <a:pt x="1710765" y="1272988"/>
                  <a:pt x="1688353" y="1256553"/>
                </a:cubicBezTo>
                <a:cubicBezTo>
                  <a:pt x="1665941" y="1240118"/>
                  <a:pt x="1670423" y="1226671"/>
                  <a:pt x="1643529" y="1211730"/>
                </a:cubicBezTo>
                <a:cubicBezTo>
                  <a:pt x="1616635" y="1196789"/>
                  <a:pt x="1568823" y="1178859"/>
                  <a:pt x="1526988" y="1166906"/>
                </a:cubicBezTo>
                <a:cubicBezTo>
                  <a:pt x="1485153" y="1154953"/>
                  <a:pt x="1428377" y="1131047"/>
                  <a:pt x="1392518" y="1140012"/>
                </a:cubicBezTo>
                <a:cubicBezTo>
                  <a:pt x="1356659" y="1148977"/>
                  <a:pt x="1352176" y="1229659"/>
                  <a:pt x="1311835" y="1220694"/>
                </a:cubicBezTo>
                <a:cubicBezTo>
                  <a:pt x="1271494" y="1211729"/>
                  <a:pt x="1196789" y="1126565"/>
                  <a:pt x="1150471" y="1086224"/>
                </a:cubicBezTo>
                <a:cubicBezTo>
                  <a:pt x="1104153" y="1045883"/>
                  <a:pt x="1066800" y="1017494"/>
                  <a:pt x="1033929" y="978647"/>
                </a:cubicBezTo>
                <a:cubicBezTo>
                  <a:pt x="1001058" y="939800"/>
                  <a:pt x="989106" y="896470"/>
                  <a:pt x="953247" y="853141"/>
                </a:cubicBezTo>
                <a:cubicBezTo>
                  <a:pt x="917388" y="809812"/>
                  <a:pt x="856130" y="764989"/>
                  <a:pt x="818777" y="718671"/>
                </a:cubicBezTo>
                <a:cubicBezTo>
                  <a:pt x="781424" y="672354"/>
                  <a:pt x="775447" y="606612"/>
                  <a:pt x="729129" y="575236"/>
                </a:cubicBezTo>
                <a:cubicBezTo>
                  <a:pt x="682811" y="543860"/>
                  <a:pt x="606612" y="570753"/>
                  <a:pt x="540871" y="530412"/>
                </a:cubicBezTo>
                <a:cubicBezTo>
                  <a:pt x="475130" y="490071"/>
                  <a:pt x="391459" y="366060"/>
                  <a:pt x="334682" y="333189"/>
                </a:cubicBezTo>
                <a:cubicBezTo>
                  <a:pt x="277906" y="300319"/>
                  <a:pt x="237565" y="346636"/>
                  <a:pt x="200212" y="333189"/>
                </a:cubicBezTo>
                <a:cubicBezTo>
                  <a:pt x="162859" y="319742"/>
                  <a:pt x="132977" y="282389"/>
                  <a:pt x="110565" y="252506"/>
                </a:cubicBezTo>
                <a:cubicBezTo>
                  <a:pt x="88153" y="222624"/>
                  <a:pt x="74706" y="186765"/>
                  <a:pt x="65741" y="153894"/>
                </a:cubicBezTo>
                <a:cubicBezTo>
                  <a:pt x="56776" y="121023"/>
                  <a:pt x="0" y="113553"/>
                  <a:pt x="38847" y="91141"/>
                </a:cubicBezTo>
                <a:close/>
              </a:path>
            </a:pathLst>
          </a:custGeom>
          <a:solidFill>
            <a:schemeClr val="accent1">
              <a:alpha val="69000"/>
            </a:schemeClr>
          </a:solidFill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1928794" y="1357298"/>
            <a:ext cx="2000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r>
              <a:rPr lang="ru-RU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Прикубанская</a:t>
            </a:r>
            <a:r>
              <a:rPr lang="ru-RU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равнина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 rot="1306407">
            <a:off x="2282996" y="4030324"/>
            <a:ext cx="6009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Главный     Кавказский    хребет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9" name="Скругленный прямоугольник 38">
            <a:hlinkClick r:id="" action="ppaction://hlinkshowjump?jump=endshow"/>
            <a:hlinkHover r:id="" action="ppaction://noaction" highlightClick="1"/>
          </p:cNvPr>
          <p:cNvSpPr/>
          <p:nvPr/>
        </p:nvSpPr>
        <p:spPr>
          <a:xfrm>
            <a:off x="0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выход</a:t>
            </a:r>
            <a:endParaRPr lang="ru-RU" dirty="0"/>
          </a:p>
        </p:txBody>
      </p:sp>
      <p:sp>
        <p:nvSpPr>
          <p:cNvPr id="41" name="Скругленный прямоугольник 40">
            <a:hlinkClick r:id="" action="ppaction://hlinkshowjump?jump=firstslide"/>
            <a:hlinkHover r:id="" action="ppaction://noaction" highlightClick="1"/>
          </p:cNvPr>
          <p:cNvSpPr/>
          <p:nvPr/>
        </p:nvSpPr>
        <p:spPr>
          <a:xfrm>
            <a:off x="7786678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назад</a:t>
            </a:r>
            <a:endParaRPr lang="ru-RU" dirty="0"/>
          </a:p>
        </p:txBody>
      </p:sp>
      <p:sp>
        <p:nvSpPr>
          <p:cNvPr id="51" name="Заголовок 5"/>
          <p:cNvSpPr txBox="1">
            <a:spLocks/>
          </p:cNvSpPr>
          <p:nvPr/>
        </p:nvSpPr>
        <p:spPr>
          <a:xfrm>
            <a:off x="357158" y="214290"/>
            <a:ext cx="8471647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Рельеф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" name="Семиугольник 52"/>
          <p:cNvSpPr/>
          <p:nvPr/>
        </p:nvSpPr>
        <p:spPr>
          <a:xfrm>
            <a:off x="214282" y="285728"/>
            <a:ext cx="428628" cy="428628"/>
          </a:xfrm>
          <a:prstGeom prst="heptag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 rot="1306407">
            <a:off x="2616371" y="3196964"/>
            <a:ext cx="2671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Скалистый    хребет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7" name="Полилиния 26"/>
          <p:cNvSpPr/>
          <p:nvPr/>
        </p:nvSpPr>
        <p:spPr>
          <a:xfrm>
            <a:off x="2833511" y="1738489"/>
            <a:ext cx="1117600" cy="1174044"/>
          </a:xfrm>
          <a:custGeom>
            <a:avLst/>
            <a:gdLst>
              <a:gd name="connsiteX0" fmla="*/ 1117600 w 1117600"/>
              <a:gd name="connsiteY0" fmla="*/ 0 h 1174044"/>
              <a:gd name="connsiteX1" fmla="*/ 632178 w 1117600"/>
              <a:gd name="connsiteY1" fmla="*/ 191911 h 1174044"/>
              <a:gd name="connsiteX2" fmla="*/ 383822 w 1117600"/>
              <a:gd name="connsiteY2" fmla="*/ 496711 h 1174044"/>
              <a:gd name="connsiteX3" fmla="*/ 248356 w 1117600"/>
              <a:gd name="connsiteY3" fmla="*/ 914400 h 1174044"/>
              <a:gd name="connsiteX4" fmla="*/ 0 w 1117600"/>
              <a:gd name="connsiteY4" fmla="*/ 1174044 h 117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7600" h="1174044">
                <a:moveTo>
                  <a:pt x="1117600" y="0"/>
                </a:moveTo>
                <a:cubicBezTo>
                  <a:pt x="936037" y="54563"/>
                  <a:pt x="754474" y="109126"/>
                  <a:pt x="632178" y="191911"/>
                </a:cubicBezTo>
                <a:cubicBezTo>
                  <a:pt x="509882" y="274696"/>
                  <a:pt x="447792" y="376296"/>
                  <a:pt x="383822" y="496711"/>
                </a:cubicBezTo>
                <a:cubicBezTo>
                  <a:pt x="319852" y="617126"/>
                  <a:pt x="312326" y="801511"/>
                  <a:pt x="248356" y="914400"/>
                </a:cubicBezTo>
                <a:cubicBezTo>
                  <a:pt x="184386" y="1027289"/>
                  <a:pt x="92193" y="1100666"/>
                  <a:pt x="0" y="1174044"/>
                </a:cubicBezTo>
              </a:path>
            </a:pathLst>
          </a:cu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олилиния 27"/>
          <p:cNvSpPr/>
          <p:nvPr/>
        </p:nvSpPr>
        <p:spPr>
          <a:xfrm>
            <a:off x="4835407" y="2302933"/>
            <a:ext cx="620889" cy="1309511"/>
          </a:xfrm>
          <a:custGeom>
            <a:avLst/>
            <a:gdLst>
              <a:gd name="connsiteX0" fmla="*/ 7526 w 620889"/>
              <a:gd name="connsiteY0" fmla="*/ 0 h 1309511"/>
              <a:gd name="connsiteX1" fmla="*/ 30104 w 620889"/>
              <a:gd name="connsiteY1" fmla="*/ 406400 h 1309511"/>
              <a:gd name="connsiteX2" fmla="*/ 188149 w 620889"/>
              <a:gd name="connsiteY2" fmla="*/ 767645 h 1309511"/>
              <a:gd name="connsiteX3" fmla="*/ 549393 w 620889"/>
              <a:gd name="connsiteY3" fmla="*/ 1117600 h 1309511"/>
              <a:gd name="connsiteX4" fmla="*/ 617126 w 620889"/>
              <a:gd name="connsiteY4" fmla="*/ 1309511 h 130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89" h="1309511">
                <a:moveTo>
                  <a:pt x="7526" y="0"/>
                </a:moveTo>
                <a:cubicBezTo>
                  <a:pt x="3763" y="139229"/>
                  <a:pt x="0" y="278459"/>
                  <a:pt x="30104" y="406400"/>
                </a:cubicBezTo>
                <a:cubicBezTo>
                  <a:pt x="60208" y="534341"/>
                  <a:pt x="101601" y="649112"/>
                  <a:pt x="188149" y="767645"/>
                </a:cubicBezTo>
                <a:cubicBezTo>
                  <a:pt x="274697" y="886178"/>
                  <a:pt x="477897" y="1027289"/>
                  <a:pt x="549393" y="1117600"/>
                </a:cubicBezTo>
                <a:cubicBezTo>
                  <a:pt x="620889" y="1207911"/>
                  <a:pt x="619007" y="1258711"/>
                  <a:pt x="617126" y="1309511"/>
                </a:cubicBezTo>
              </a:path>
            </a:pathLst>
          </a:cu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3071802" y="2285992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Ставропольская  возвышенность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57752" y="2571744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Терско-Кумская</a:t>
            </a:r>
            <a:r>
              <a:rPr lang="ru-RU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низменность</a:t>
            </a:r>
            <a:endParaRPr lang="ru-RU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4" name="Рисунок 23" descr="794.jpg"/>
          <p:cNvPicPr>
            <a:picLocks noChangeAspect="1"/>
          </p:cNvPicPr>
          <p:nvPr/>
        </p:nvPicPr>
        <p:blipFill>
          <a:blip r:embed="rId4" cstate="print"/>
          <a:srcRect t="20508"/>
          <a:stretch>
            <a:fillRect/>
          </a:stretch>
        </p:blipFill>
        <p:spPr>
          <a:xfrm>
            <a:off x="357158" y="3286124"/>
            <a:ext cx="4000496" cy="263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Рисунок 24" descr="05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3500462"/>
            <a:ext cx="3428992" cy="2571744"/>
          </a:xfrm>
          <a:prstGeom prst="rect">
            <a:avLst/>
          </a:prstGeom>
        </p:spPr>
      </p:pic>
      <p:pic>
        <p:nvPicPr>
          <p:cNvPr id="32" name="Рисунок 31" descr="torgachkin-dscn4933-tip.jpg"/>
          <p:cNvPicPr>
            <a:picLocks noChangeAspect="1"/>
          </p:cNvPicPr>
          <p:nvPr/>
        </p:nvPicPr>
        <p:blipFill>
          <a:blip r:embed="rId6" cstate="print"/>
          <a:srcRect t="5682" b="6250"/>
          <a:stretch>
            <a:fillRect/>
          </a:stretch>
        </p:blipFill>
        <p:spPr>
          <a:xfrm>
            <a:off x="0" y="2928934"/>
            <a:ext cx="3548821" cy="2500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Овал 34"/>
          <p:cNvSpPr/>
          <p:nvPr/>
        </p:nvSpPr>
        <p:spPr>
          <a:xfrm>
            <a:off x="3286116" y="1857364"/>
            <a:ext cx="1571636" cy="107157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/>
          <p:cNvSpPr/>
          <p:nvPr/>
        </p:nvSpPr>
        <p:spPr>
          <a:xfrm rot="2523386">
            <a:off x="4943558" y="2660821"/>
            <a:ext cx="1428760" cy="80544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/>
        </p:nvSpPr>
        <p:spPr>
          <a:xfrm rot="1224536">
            <a:off x="2836506" y="3170734"/>
            <a:ext cx="2257726" cy="28606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/>
        </p:nvSpPr>
        <p:spPr>
          <a:xfrm rot="1224536">
            <a:off x="2503839" y="3788538"/>
            <a:ext cx="3752424" cy="28606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олилиния 44"/>
          <p:cNvSpPr/>
          <p:nvPr/>
        </p:nvSpPr>
        <p:spPr>
          <a:xfrm>
            <a:off x="2765778" y="2946400"/>
            <a:ext cx="2837274" cy="861719"/>
          </a:xfrm>
          <a:custGeom>
            <a:avLst/>
            <a:gdLst>
              <a:gd name="connsiteX0" fmla="*/ 0 w 2837274"/>
              <a:gd name="connsiteY0" fmla="*/ 0 h 861719"/>
              <a:gd name="connsiteX1" fmla="*/ 169333 w 2837274"/>
              <a:gd name="connsiteY1" fmla="*/ 191911 h 861719"/>
              <a:gd name="connsiteX2" fmla="*/ 609600 w 2837274"/>
              <a:gd name="connsiteY2" fmla="*/ 383822 h 861719"/>
              <a:gd name="connsiteX3" fmla="*/ 1275644 w 2837274"/>
              <a:gd name="connsiteY3" fmla="*/ 620889 h 861719"/>
              <a:gd name="connsiteX4" fmla="*/ 1975555 w 2837274"/>
              <a:gd name="connsiteY4" fmla="*/ 846667 h 861719"/>
              <a:gd name="connsiteX5" fmla="*/ 2709333 w 2837274"/>
              <a:gd name="connsiteY5" fmla="*/ 711200 h 861719"/>
              <a:gd name="connsiteX6" fmla="*/ 2743200 w 2837274"/>
              <a:gd name="connsiteY6" fmla="*/ 699911 h 86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7274" h="861719">
                <a:moveTo>
                  <a:pt x="0" y="0"/>
                </a:moveTo>
                <a:cubicBezTo>
                  <a:pt x="33866" y="63970"/>
                  <a:pt x="67733" y="127941"/>
                  <a:pt x="169333" y="191911"/>
                </a:cubicBezTo>
                <a:cubicBezTo>
                  <a:pt x="270933" y="255881"/>
                  <a:pt x="425215" y="312326"/>
                  <a:pt x="609600" y="383822"/>
                </a:cubicBezTo>
                <a:cubicBezTo>
                  <a:pt x="793985" y="455318"/>
                  <a:pt x="1047985" y="543748"/>
                  <a:pt x="1275644" y="620889"/>
                </a:cubicBezTo>
                <a:cubicBezTo>
                  <a:pt x="1503303" y="698030"/>
                  <a:pt x="1736607" y="831615"/>
                  <a:pt x="1975555" y="846667"/>
                </a:cubicBezTo>
                <a:cubicBezTo>
                  <a:pt x="2214503" y="861719"/>
                  <a:pt x="2581392" y="735659"/>
                  <a:pt x="2709333" y="711200"/>
                </a:cubicBezTo>
                <a:cubicBezTo>
                  <a:pt x="2837274" y="686741"/>
                  <a:pt x="2790237" y="693326"/>
                  <a:pt x="2743200" y="699911"/>
                </a:cubicBezTo>
              </a:path>
            </a:pathLst>
          </a:cu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1785918" y="1357298"/>
            <a:ext cx="1428760" cy="114300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кругленный прямоугольник 45"/>
          <p:cNvSpPr/>
          <p:nvPr/>
        </p:nvSpPr>
        <p:spPr>
          <a:xfrm>
            <a:off x="348399" y="3063544"/>
            <a:ext cx="4572032" cy="18573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Северные склоны представлены Скалистым, Пастбищным и Лесистыми хребтами . Это </a:t>
            </a:r>
            <a:r>
              <a:rPr lang="ru-RU" sz="2000" dirty="0" err="1" smtClean="0"/>
              <a:t>куэсты</a:t>
            </a:r>
            <a:r>
              <a:rPr lang="ru-RU" sz="2000" dirty="0" smtClean="0"/>
              <a:t> – гряды, у которых один склон крутой, другой пологий.</a:t>
            </a:r>
            <a:endParaRPr lang="ru-RU" sz="2000" dirty="0"/>
          </a:p>
        </p:txBody>
      </p:sp>
      <p:sp>
        <p:nvSpPr>
          <p:cNvPr id="33" name="TextBox 32">
            <a:hlinkClick r:id="" action="ppaction://noaction"/>
          </p:cNvPr>
          <p:cNvSpPr txBox="1"/>
          <p:nvPr/>
        </p:nvSpPr>
        <p:spPr>
          <a:xfrm>
            <a:off x="7572396" y="214290"/>
            <a:ext cx="1285852" cy="40862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Лакколит</a:t>
            </a:r>
            <a:endParaRPr lang="ru-RU" dirty="0"/>
          </a:p>
        </p:txBody>
      </p:sp>
      <p:sp>
        <p:nvSpPr>
          <p:cNvPr id="47" name="Скругленный прямоугольник 46"/>
          <p:cNvSpPr/>
          <p:nvPr/>
        </p:nvSpPr>
        <p:spPr>
          <a:xfrm>
            <a:off x="2008319" y="4901745"/>
            <a:ext cx="5500694" cy="2357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 smtClean="0"/>
              <a:t>Прикубанская</a:t>
            </a:r>
            <a:r>
              <a:rPr lang="ru-RU" sz="2000" dirty="0" smtClean="0"/>
              <a:t> равнина является продолжением Русской равнины на севере и на востоке прерывается отрогами Ставропольской возвышенности. Её высота = 156 м над уровнем моря. Наклонена к Азовскому морю и на юг</a:t>
            </a:r>
            <a:endParaRPr lang="ru-RU" sz="2000" dirty="0"/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17427" y="952463"/>
            <a:ext cx="5500694" cy="18573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 smtClean="0"/>
              <a:t>Терско-Кумская</a:t>
            </a:r>
            <a:r>
              <a:rPr lang="ru-RU" sz="2000" dirty="0" smtClean="0"/>
              <a:t>  низменность представляет собой ровную поверхность, полого наклонённую к морю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19" grpId="0"/>
      <p:bldP spid="30" grpId="0"/>
      <p:bldP spid="34" grpId="0"/>
      <p:bldP spid="46" grpId="0" animBg="1"/>
      <p:bldP spid="46" grpId="1" animBg="1"/>
      <p:bldP spid="33" grpId="0" animBg="1"/>
      <p:bldP spid="33" grpId="1" animBg="1"/>
      <p:bldP spid="47" grpId="1" animBg="1"/>
      <p:bldP spid="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Заголовок 5"/>
          <p:cNvSpPr txBox="1">
            <a:spLocks/>
          </p:cNvSpPr>
          <p:nvPr/>
        </p:nvSpPr>
        <p:spPr>
          <a:xfrm>
            <a:off x="357158" y="214290"/>
            <a:ext cx="8471647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Климатические  пояса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Рисунок 5" descr="Новый рисунок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7224" y="1428736"/>
            <a:ext cx="2839198" cy="3752758"/>
          </a:xfrm>
          <a:prstGeom prst="rect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Скругленный прямоугольник 7"/>
          <p:cNvSpPr/>
          <p:nvPr/>
        </p:nvSpPr>
        <p:spPr>
          <a:xfrm>
            <a:off x="4500562" y="2786058"/>
            <a:ext cx="714380" cy="357190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500562" y="3857628"/>
            <a:ext cx="714380" cy="357190"/>
          </a:xfrm>
          <a:prstGeom prst="roundRect">
            <a:avLst/>
          </a:prstGeom>
          <a:solidFill>
            <a:srgbClr val="F85A4E">
              <a:alpha val="78824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429124" y="1714488"/>
            <a:ext cx="714380" cy="357190"/>
          </a:xfrm>
          <a:prstGeom prst="roundRect">
            <a:avLst/>
          </a:prstGeom>
          <a:solidFill>
            <a:srgbClr val="52AB4B">
              <a:alpha val="67451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57818" y="1643050"/>
            <a:ext cx="3643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 умеренно-континентальный климат умеренного пояса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357818" y="2786058"/>
            <a:ext cx="364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субтропический климат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5500694" y="3786190"/>
            <a:ext cx="3643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климат высокогорных территорий умеренного пояса</a:t>
            </a:r>
            <a:endParaRPr lang="ru-RU" dirty="0"/>
          </a:p>
        </p:txBody>
      </p:sp>
      <p:sp>
        <p:nvSpPr>
          <p:cNvPr id="17" name="Полилиния 16"/>
          <p:cNvSpPr/>
          <p:nvPr/>
        </p:nvSpPr>
        <p:spPr>
          <a:xfrm>
            <a:off x="1142976" y="2214554"/>
            <a:ext cx="196850" cy="723900"/>
          </a:xfrm>
          <a:custGeom>
            <a:avLst/>
            <a:gdLst>
              <a:gd name="connsiteX0" fmla="*/ 14287 w 196850"/>
              <a:gd name="connsiteY0" fmla="*/ 9525 h 723900"/>
              <a:gd name="connsiteX1" fmla="*/ 109537 w 196850"/>
              <a:gd name="connsiteY1" fmla="*/ 190500 h 723900"/>
              <a:gd name="connsiteX2" fmla="*/ 119062 w 196850"/>
              <a:gd name="connsiteY2" fmla="*/ 361950 h 723900"/>
              <a:gd name="connsiteX3" fmla="*/ 185737 w 196850"/>
              <a:gd name="connsiteY3" fmla="*/ 581025 h 723900"/>
              <a:gd name="connsiteX4" fmla="*/ 185737 w 196850"/>
              <a:gd name="connsiteY4" fmla="*/ 704850 h 723900"/>
              <a:gd name="connsiteX5" fmla="*/ 157162 w 196850"/>
              <a:gd name="connsiteY5" fmla="*/ 695325 h 723900"/>
              <a:gd name="connsiteX6" fmla="*/ 42862 w 196850"/>
              <a:gd name="connsiteY6" fmla="*/ 600075 h 723900"/>
              <a:gd name="connsiteX7" fmla="*/ 23812 w 196850"/>
              <a:gd name="connsiteY7" fmla="*/ 523875 h 723900"/>
              <a:gd name="connsiteX8" fmla="*/ 42862 w 196850"/>
              <a:gd name="connsiteY8" fmla="*/ 352425 h 723900"/>
              <a:gd name="connsiteX9" fmla="*/ 23812 w 196850"/>
              <a:gd name="connsiteY9" fmla="*/ 133350 h 723900"/>
              <a:gd name="connsiteX10" fmla="*/ 14287 w 196850"/>
              <a:gd name="connsiteY10" fmla="*/ 9525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6850" h="723900">
                <a:moveTo>
                  <a:pt x="14287" y="9525"/>
                </a:moveTo>
                <a:cubicBezTo>
                  <a:pt x="28574" y="19050"/>
                  <a:pt x="92075" y="131763"/>
                  <a:pt x="109537" y="190500"/>
                </a:cubicBezTo>
                <a:cubicBezTo>
                  <a:pt x="126999" y="249237"/>
                  <a:pt x="106362" y="296863"/>
                  <a:pt x="119062" y="361950"/>
                </a:cubicBezTo>
                <a:cubicBezTo>
                  <a:pt x="131762" y="427037"/>
                  <a:pt x="174625" y="523875"/>
                  <a:pt x="185737" y="581025"/>
                </a:cubicBezTo>
                <a:cubicBezTo>
                  <a:pt x="196850" y="638175"/>
                  <a:pt x="190499" y="685800"/>
                  <a:pt x="185737" y="704850"/>
                </a:cubicBezTo>
                <a:cubicBezTo>
                  <a:pt x="180975" y="723900"/>
                  <a:pt x="180974" y="712787"/>
                  <a:pt x="157162" y="695325"/>
                </a:cubicBezTo>
                <a:cubicBezTo>
                  <a:pt x="133350" y="677863"/>
                  <a:pt x="65087" y="628650"/>
                  <a:pt x="42862" y="600075"/>
                </a:cubicBezTo>
                <a:cubicBezTo>
                  <a:pt x="20637" y="571500"/>
                  <a:pt x="23812" y="565150"/>
                  <a:pt x="23812" y="523875"/>
                </a:cubicBezTo>
                <a:cubicBezTo>
                  <a:pt x="23812" y="482600"/>
                  <a:pt x="42862" y="417512"/>
                  <a:pt x="42862" y="352425"/>
                </a:cubicBezTo>
                <a:cubicBezTo>
                  <a:pt x="42862" y="287338"/>
                  <a:pt x="28574" y="196850"/>
                  <a:pt x="23812" y="133350"/>
                </a:cubicBezTo>
                <a:cubicBezTo>
                  <a:pt x="19050" y="69850"/>
                  <a:pt x="0" y="0"/>
                  <a:pt x="14287" y="9525"/>
                </a:cubicBezTo>
                <a:close/>
              </a:path>
            </a:pathLst>
          </a:cu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лок-схема: ссылка на другую страницу 14">
            <a:hlinkClick r:id="rId4" action="ppaction://hlinksldjump"/>
          </p:cNvPr>
          <p:cNvSpPr/>
          <p:nvPr/>
        </p:nvSpPr>
        <p:spPr>
          <a:xfrm>
            <a:off x="4214810" y="4786322"/>
            <a:ext cx="2071702" cy="857256"/>
          </a:xfrm>
          <a:prstGeom prst="flowChartOffpageConnector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Характеристика климата</a:t>
            </a:r>
            <a:endParaRPr lang="ru-RU" dirty="0"/>
          </a:p>
        </p:txBody>
      </p:sp>
      <p:sp>
        <p:nvSpPr>
          <p:cNvPr id="16" name="Блок-схема: ссылка на другую страницу 15">
            <a:hlinkClick r:id="rId5" action="ppaction://hlinksldjump"/>
          </p:cNvPr>
          <p:cNvSpPr/>
          <p:nvPr/>
        </p:nvSpPr>
        <p:spPr>
          <a:xfrm>
            <a:off x="6715140" y="4786322"/>
            <a:ext cx="2071702" cy="857256"/>
          </a:xfrm>
          <a:prstGeom prst="flowChartOffpageConnector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Климат  высокогорий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01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7468" y="1000109"/>
            <a:ext cx="6597625" cy="4905410"/>
          </a:xfrm>
          <a:prstGeom prst="rect">
            <a:avLst/>
          </a:prstGeom>
          <a:ln w="76200" cmpd="sng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" name="Скругленный прямоугольник 38">
            <a:hlinkClick r:id="" action="ppaction://hlinkshowjump?jump=endshow"/>
            <a:hlinkHover r:id="" action="ppaction://noaction" highlightClick="1"/>
          </p:cNvPr>
          <p:cNvSpPr/>
          <p:nvPr/>
        </p:nvSpPr>
        <p:spPr>
          <a:xfrm>
            <a:off x="0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выход</a:t>
            </a:r>
            <a:endParaRPr lang="ru-RU" dirty="0"/>
          </a:p>
        </p:txBody>
      </p:sp>
      <p:sp>
        <p:nvSpPr>
          <p:cNvPr id="41" name="Скругленный прямоугольник 40">
            <a:hlinkClick r:id="" action="ppaction://hlinkshowjump?jump=nextslide"/>
            <a:hlinkHover r:id="" action="ppaction://noaction" highlightClick="1"/>
          </p:cNvPr>
          <p:cNvSpPr/>
          <p:nvPr/>
        </p:nvSpPr>
        <p:spPr>
          <a:xfrm>
            <a:off x="7786678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далее</a:t>
            </a:r>
            <a:endParaRPr lang="ru-RU" dirty="0"/>
          </a:p>
        </p:txBody>
      </p:sp>
      <p:sp>
        <p:nvSpPr>
          <p:cNvPr id="54" name="Заголовок 5"/>
          <p:cNvSpPr txBox="1">
            <a:spLocks/>
          </p:cNvSpPr>
          <p:nvPr/>
        </p:nvSpPr>
        <p:spPr>
          <a:xfrm>
            <a:off x="357158" y="214290"/>
            <a:ext cx="8471647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Реки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" name="Семиугольник 54"/>
          <p:cNvSpPr/>
          <p:nvPr/>
        </p:nvSpPr>
        <p:spPr>
          <a:xfrm>
            <a:off x="142844" y="285728"/>
            <a:ext cx="428628" cy="428628"/>
          </a:xfrm>
          <a:prstGeom prst="heptag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14" name="Овал 13"/>
          <p:cNvSpPr/>
          <p:nvPr/>
        </p:nvSpPr>
        <p:spPr>
          <a:xfrm>
            <a:off x="1857356" y="2714620"/>
            <a:ext cx="428628" cy="428628"/>
          </a:xfrm>
          <a:prstGeom prst="ellipse">
            <a:avLst/>
          </a:prstGeom>
          <a:solidFill>
            <a:schemeClr val="accent1">
              <a:alpha val="48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5" name="Овал 14"/>
          <p:cNvSpPr/>
          <p:nvPr/>
        </p:nvSpPr>
        <p:spPr>
          <a:xfrm>
            <a:off x="2071670" y="5857892"/>
            <a:ext cx="428628" cy="428628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2571736" y="5929330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Кубань</a:t>
            </a:r>
            <a:endParaRPr lang="ru-RU" sz="2000" dirty="0"/>
          </a:p>
        </p:txBody>
      </p:sp>
      <p:sp>
        <p:nvSpPr>
          <p:cNvPr id="17" name="Овал 16"/>
          <p:cNvSpPr/>
          <p:nvPr/>
        </p:nvSpPr>
        <p:spPr>
          <a:xfrm>
            <a:off x="6500826" y="3786190"/>
            <a:ext cx="428628" cy="428628"/>
          </a:xfrm>
          <a:prstGeom prst="ellipse">
            <a:avLst/>
          </a:prstGeom>
          <a:solidFill>
            <a:schemeClr val="accent1">
              <a:alpha val="48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8" name="Овал 17"/>
          <p:cNvSpPr/>
          <p:nvPr/>
        </p:nvSpPr>
        <p:spPr>
          <a:xfrm>
            <a:off x="2071670" y="6429372"/>
            <a:ext cx="428628" cy="428628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71736" y="6457890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Терек</a:t>
            </a:r>
            <a:endParaRPr lang="ru-RU" sz="2000" dirty="0"/>
          </a:p>
        </p:txBody>
      </p:sp>
      <p:sp>
        <p:nvSpPr>
          <p:cNvPr id="20" name="Овал 19"/>
          <p:cNvSpPr/>
          <p:nvPr/>
        </p:nvSpPr>
        <p:spPr>
          <a:xfrm>
            <a:off x="6286512" y="3071810"/>
            <a:ext cx="428628" cy="428628"/>
          </a:xfrm>
          <a:prstGeom prst="ellipse">
            <a:avLst/>
          </a:prstGeom>
          <a:solidFill>
            <a:schemeClr val="accent1">
              <a:alpha val="48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21" name="Овал 20"/>
          <p:cNvSpPr/>
          <p:nvPr/>
        </p:nvSpPr>
        <p:spPr>
          <a:xfrm>
            <a:off x="4286248" y="5857892"/>
            <a:ext cx="428628" cy="428628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4929190" y="5929330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Кума</a:t>
            </a:r>
            <a:endParaRPr lang="ru-RU" sz="2000" dirty="0"/>
          </a:p>
        </p:txBody>
      </p:sp>
      <p:sp>
        <p:nvSpPr>
          <p:cNvPr id="23" name="Овал 22"/>
          <p:cNvSpPr/>
          <p:nvPr/>
        </p:nvSpPr>
        <p:spPr>
          <a:xfrm>
            <a:off x="3357554" y="1500174"/>
            <a:ext cx="428628" cy="428628"/>
          </a:xfrm>
          <a:prstGeom prst="ellipse">
            <a:avLst/>
          </a:prstGeom>
          <a:solidFill>
            <a:schemeClr val="accent1">
              <a:alpha val="48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24" name="Овал 23"/>
          <p:cNvSpPr/>
          <p:nvPr/>
        </p:nvSpPr>
        <p:spPr>
          <a:xfrm>
            <a:off x="4286248" y="6429372"/>
            <a:ext cx="428628" cy="428628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4929190" y="6457890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 smtClean="0"/>
              <a:t>Маныч</a:t>
            </a:r>
            <a:endParaRPr lang="ru-RU" sz="2000" dirty="0"/>
          </a:p>
        </p:txBody>
      </p:sp>
      <p:sp>
        <p:nvSpPr>
          <p:cNvPr id="40" name="Полилиния 39"/>
          <p:cNvSpPr/>
          <p:nvPr/>
        </p:nvSpPr>
        <p:spPr>
          <a:xfrm>
            <a:off x="4381500" y="3790950"/>
            <a:ext cx="2495550" cy="523875"/>
          </a:xfrm>
          <a:custGeom>
            <a:avLst/>
            <a:gdLst>
              <a:gd name="connsiteX0" fmla="*/ 0 w 2495550"/>
              <a:gd name="connsiteY0" fmla="*/ 523875 h 523875"/>
              <a:gd name="connsiteX1" fmla="*/ 95250 w 2495550"/>
              <a:gd name="connsiteY1" fmla="*/ 304800 h 523875"/>
              <a:gd name="connsiteX2" fmla="*/ 457200 w 2495550"/>
              <a:gd name="connsiteY2" fmla="*/ 238125 h 523875"/>
              <a:gd name="connsiteX3" fmla="*/ 695325 w 2495550"/>
              <a:gd name="connsiteY3" fmla="*/ 285750 h 523875"/>
              <a:gd name="connsiteX4" fmla="*/ 885825 w 2495550"/>
              <a:gd name="connsiteY4" fmla="*/ 333375 h 523875"/>
              <a:gd name="connsiteX5" fmla="*/ 1123950 w 2495550"/>
              <a:gd name="connsiteY5" fmla="*/ 352425 h 523875"/>
              <a:gd name="connsiteX6" fmla="*/ 1285875 w 2495550"/>
              <a:gd name="connsiteY6" fmla="*/ 371475 h 523875"/>
              <a:gd name="connsiteX7" fmla="*/ 1428750 w 2495550"/>
              <a:gd name="connsiteY7" fmla="*/ 342900 h 523875"/>
              <a:gd name="connsiteX8" fmla="*/ 1485900 w 2495550"/>
              <a:gd name="connsiteY8" fmla="*/ 361950 h 523875"/>
              <a:gd name="connsiteX9" fmla="*/ 1571625 w 2495550"/>
              <a:gd name="connsiteY9" fmla="*/ 419100 h 523875"/>
              <a:gd name="connsiteX10" fmla="*/ 1819275 w 2495550"/>
              <a:gd name="connsiteY10" fmla="*/ 485775 h 523875"/>
              <a:gd name="connsiteX11" fmla="*/ 1819275 w 2495550"/>
              <a:gd name="connsiteY11" fmla="*/ 495300 h 523875"/>
              <a:gd name="connsiteX12" fmla="*/ 1885950 w 2495550"/>
              <a:gd name="connsiteY12" fmla="*/ 514350 h 523875"/>
              <a:gd name="connsiteX13" fmla="*/ 2057400 w 2495550"/>
              <a:gd name="connsiteY13" fmla="*/ 457200 h 523875"/>
              <a:gd name="connsiteX14" fmla="*/ 2038350 w 2495550"/>
              <a:gd name="connsiteY14" fmla="*/ 371475 h 523875"/>
              <a:gd name="connsiteX15" fmla="*/ 2124075 w 2495550"/>
              <a:gd name="connsiteY15" fmla="*/ 285750 h 523875"/>
              <a:gd name="connsiteX16" fmla="*/ 2228850 w 2495550"/>
              <a:gd name="connsiteY16" fmla="*/ 200025 h 523875"/>
              <a:gd name="connsiteX17" fmla="*/ 2381250 w 2495550"/>
              <a:gd name="connsiteY17" fmla="*/ 104775 h 523875"/>
              <a:gd name="connsiteX18" fmla="*/ 2476500 w 2495550"/>
              <a:gd name="connsiteY18" fmla="*/ 104775 h 523875"/>
              <a:gd name="connsiteX19" fmla="*/ 2495550 w 2495550"/>
              <a:gd name="connsiteY19" fmla="*/ 0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95550" h="523875">
                <a:moveTo>
                  <a:pt x="0" y="523875"/>
                </a:moveTo>
                <a:cubicBezTo>
                  <a:pt x="9525" y="438150"/>
                  <a:pt x="19050" y="352425"/>
                  <a:pt x="95250" y="304800"/>
                </a:cubicBezTo>
                <a:cubicBezTo>
                  <a:pt x="171450" y="257175"/>
                  <a:pt x="357188" y="241300"/>
                  <a:pt x="457200" y="238125"/>
                </a:cubicBezTo>
                <a:cubicBezTo>
                  <a:pt x="557212" y="234950"/>
                  <a:pt x="623888" y="269875"/>
                  <a:pt x="695325" y="285750"/>
                </a:cubicBezTo>
                <a:cubicBezTo>
                  <a:pt x="766762" y="301625"/>
                  <a:pt x="814387" y="322262"/>
                  <a:pt x="885825" y="333375"/>
                </a:cubicBezTo>
                <a:cubicBezTo>
                  <a:pt x="957263" y="344488"/>
                  <a:pt x="1057275" y="346075"/>
                  <a:pt x="1123950" y="352425"/>
                </a:cubicBezTo>
                <a:cubicBezTo>
                  <a:pt x="1190625" y="358775"/>
                  <a:pt x="1235075" y="373063"/>
                  <a:pt x="1285875" y="371475"/>
                </a:cubicBezTo>
                <a:cubicBezTo>
                  <a:pt x="1336675" y="369888"/>
                  <a:pt x="1395413" y="344487"/>
                  <a:pt x="1428750" y="342900"/>
                </a:cubicBezTo>
                <a:cubicBezTo>
                  <a:pt x="1462087" y="341313"/>
                  <a:pt x="1462088" y="349250"/>
                  <a:pt x="1485900" y="361950"/>
                </a:cubicBezTo>
                <a:cubicBezTo>
                  <a:pt x="1509713" y="374650"/>
                  <a:pt x="1516063" y="398463"/>
                  <a:pt x="1571625" y="419100"/>
                </a:cubicBezTo>
                <a:cubicBezTo>
                  <a:pt x="1627188" y="439738"/>
                  <a:pt x="1778000" y="473075"/>
                  <a:pt x="1819275" y="485775"/>
                </a:cubicBezTo>
                <a:cubicBezTo>
                  <a:pt x="1860550" y="498475"/>
                  <a:pt x="1808163" y="490538"/>
                  <a:pt x="1819275" y="495300"/>
                </a:cubicBezTo>
                <a:cubicBezTo>
                  <a:pt x="1830387" y="500062"/>
                  <a:pt x="1846263" y="520700"/>
                  <a:pt x="1885950" y="514350"/>
                </a:cubicBezTo>
                <a:cubicBezTo>
                  <a:pt x="1925637" y="508000"/>
                  <a:pt x="2032000" y="481013"/>
                  <a:pt x="2057400" y="457200"/>
                </a:cubicBezTo>
                <a:cubicBezTo>
                  <a:pt x="2082800" y="433388"/>
                  <a:pt x="2027238" y="400050"/>
                  <a:pt x="2038350" y="371475"/>
                </a:cubicBezTo>
                <a:cubicBezTo>
                  <a:pt x="2049462" y="342900"/>
                  <a:pt x="2092325" y="314325"/>
                  <a:pt x="2124075" y="285750"/>
                </a:cubicBezTo>
                <a:cubicBezTo>
                  <a:pt x="2155825" y="257175"/>
                  <a:pt x="2185988" y="230187"/>
                  <a:pt x="2228850" y="200025"/>
                </a:cubicBezTo>
                <a:cubicBezTo>
                  <a:pt x="2271712" y="169863"/>
                  <a:pt x="2339975" y="120650"/>
                  <a:pt x="2381250" y="104775"/>
                </a:cubicBezTo>
                <a:cubicBezTo>
                  <a:pt x="2422525" y="88900"/>
                  <a:pt x="2457450" y="122237"/>
                  <a:pt x="2476500" y="104775"/>
                </a:cubicBezTo>
                <a:cubicBezTo>
                  <a:pt x="2495550" y="87313"/>
                  <a:pt x="2495550" y="43656"/>
                  <a:pt x="2495550" y="0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олилиния 41"/>
          <p:cNvSpPr/>
          <p:nvPr/>
        </p:nvSpPr>
        <p:spPr>
          <a:xfrm>
            <a:off x="4171950" y="3167063"/>
            <a:ext cx="2495550" cy="795337"/>
          </a:xfrm>
          <a:custGeom>
            <a:avLst/>
            <a:gdLst>
              <a:gd name="connsiteX0" fmla="*/ 0 w 2495550"/>
              <a:gd name="connsiteY0" fmla="*/ 795337 h 795337"/>
              <a:gd name="connsiteX1" fmla="*/ 142875 w 2495550"/>
              <a:gd name="connsiteY1" fmla="*/ 623887 h 795337"/>
              <a:gd name="connsiteX2" fmla="*/ 285750 w 2495550"/>
              <a:gd name="connsiteY2" fmla="*/ 576262 h 795337"/>
              <a:gd name="connsiteX3" fmla="*/ 504825 w 2495550"/>
              <a:gd name="connsiteY3" fmla="*/ 528637 h 795337"/>
              <a:gd name="connsiteX4" fmla="*/ 742950 w 2495550"/>
              <a:gd name="connsiteY4" fmla="*/ 576262 h 795337"/>
              <a:gd name="connsiteX5" fmla="*/ 895350 w 2495550"/>
              <a:gd name="connsiteY5" fmla="*/ 490537 h 795337"/>
              <a:gd name="connsiteX6" fmla="*/ 981075 w 2495550"/>
              <a:gd name="connsiteY6" fmla="*/ 347662 h 795337"/>
              <a:gd name="connsiteX7" fmla="*/ 1057275 w 2495550"/>
              <a:gd name="connsiteY7" fmla="*/ 214312 h 795337"/>
              <a:gd name="connsiteX8" fmla="*/ 1219200 w 2495550"/>
              <a:gd name="connsiteY8" fmla="*/ 128587 h 795337"/>
              <a:gd name="connsiteX9" fmla="*/ 1390650 w 2495550"/>
              <a:gd name="connsiteY9" fmla="*/ 204787 h 795337"/>
              <a:gd name="connsiteX10" fmla="*/ 1514475 w 2495550"/>
              <a:gd name="connsiteY10" fmla="*/ 157162 h 795337"/>
              <a:gd name="connsiteX11" fmla="*/ 1695450 w 2495550"/>
              <a:gd name="connsiteY11" fmla="*/ 23812 h 795337"/>
              <a:gd name="connsiteX12" fmla="*/ 1962150 w 2495550"/>
              <a:gd name="connsiteY12" fmla="*/ 14287 h 795337"/>
              <a:gd name="connsiteX13" fmla="*/ 2171700 w 2495550"/>
              <a:gd name="connsiteY13" fmla="*/ 23812 h 795337"/>
              <a:gd name="connsiteX14" fmla="*/ 2343150 w 2495550"/>
              <a:gd name="connsiteY14" fmla="*/ 71437 h 795337"/>
              <a:gd name="connsiteX15" fmla="*/ 2495550 w 2495550"/>
              <a:gd name="connsiteY15" fmla="*/ 157162 h 79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95550" h="795337">
                <a:moveTo>
                  <a:pt x="0" y="795337"/>
                </a:moveTo>
                <a:cubicBezTo>
                  <a:pt x="47625" y="727868"/>
                  <a:pt x="95250" y="660400"/>
                  <a:pt x="142875" y="623887"/>
                </a:cubicBezTo>
                <a:cubicBezTo>
                  <a:pt x="190500" y="587375"/>
                  <a:pt x="225425" y="592137"/>
                  <a:pt x="285750" y="576262"/>
                </a:cubicBezTo>
                <a:cubicBezTo>
                  <a:pt x="346075" y="560387"/>
                  <a:pt x="428625" y="528637"/>
                  <a:pt x="504825" y="528637"/>
                </a:cubicBezTo>
                <a:cubicBezTo>
                  <a:pt x="581025" y="528637"/>
                  <a:pt x="677863" y="582612"/>
                  <a:pt x="742950" y="576262"/>
                </a:cubicBezTo>
                <a:cubicBezTo>
                  <a:pt x="808037" y="569912"/>
                  <a:pt x="855663" y="528637"/>
                  <a:pt x="895350" y="490537"/>
                </a:cubicBezTo>
                <a:cubicBezTo>
                  <a:pt x="935037" y="452437"/>
                  <a:pt x="954087" y="393700"/>
                  <a:pt x="981075" y="347662"/>
                </a:cubicBezTo>
                <a:cubicBezTo>
                  <a:pt x="1008063" y="301624"/>
                  <a:pt x="1017588" y="250824"/>
                  <a:pt x="1057275" y="214312"/>
                </a:cubicBezTo>
                <a:cubicBezTo>
                  <a:pt x="1096962" y="177800"/>
                  <a:pt x="1163638" y="130174"/>
                  <a:pt x="1219200" y="128587"/>
                </a:cubicBezTo>
                <a:cubicBezTo>
                  <a:pt x="1274762" y="127000"/>
                  <a:pt x="1341438" y="200025"/>
                  <a:pt x="1390650" y="204787"/>
                </a:cubicBezTo>
                <a:cubicBezTo>
                  <a:pt x="1439863" y="209550"/>
                  <a:pt x="1463675" y="187324"/>
                  <a:pt x="1514475" y="157162"/>
                </a:cubicBezTo>
                <a:cubicBezTo>
                  <a:pt x="1565275" y="127000"/>
                  <a:pt x="1620838" y="47624"/>
                  <a:pt x="1695450" y="23812"/>
                </a:cubicBezTo>
                <a:cubicBezTo>
                  <a:pt x="1770062" y="0"/>
                  <a:pt x="1882775" y="14287"/>
                  <a:pt x="1962150" y="14287"/>
                </a:cubicBezTo>
                <a:cubicBezTo>
                  <a:pt x="2041525" y="14287"/>
                  <a:pt x="2108200" y="14287"/>
                  <a:pt x="2171700" y="23812"/>
                </a:cubicBezTo>
                <a:cubicBezTo>
                  <a:pt x="2235200" y="33337"/>
                  <a:pt x="2289175" y="49212"/>
                  <a:pt x="2343150" y="71437"/>
                </a:cubicBezTo>
                <a:cubicBezTo>
                  <a:pt x="2397125" y="93662"/>
                  <a:pt x="2446337" y="125412"/>
                  <a:pt x="2495550" y="157162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олилиния 42"/>
          <p:cNvSpPr/>
          <p:nvPr/>
        </p:nvSpPr>
        <p:spPr>
          <a:xfrm>
            <a:off x="1738312" y="2701925"/>
            <a:ext cx="2481263" cy="1631950"/>
          </a:xfrm>
          <a:custGeom>
            <a:avLst/>
            <a:gdLst>
              <a:gd name="connsiteX0" fmla="*/ 2481263 w 2481263"/>
              <a:gd name="connsiteY0" fmla="*/ 1631950 h 1631950"/>
              <a:gd name="connsiteX1" fmla="*/ 2443163 w 2481263"/>
              <a:gd name="connsiteY1" fmla="*/ 1565275 h 1631950"/>
              <a:gd name="connsiteX2" fmla="*/ 2395538 w 2481263"/>
              <a:gd name="connsiteY2" fmla="*/ 1470025 h 1631950"/>
              <a:gd name="connsiteX3" fmla="*/ 2271713 w 2481263"/>
              <a:gd name="connsiteY3" fmla="*/ 1317625 h 1631950"/>
              <a:gd name="connsiteX4" fmla="*/ 2262188 w 2481263"/>
              <a:gd name="connsiteY4" fmla="*/ 1117600 h 1631950"/>
              <a:gd name="connsiteX5" fmla="*/ 2328863 w 2481263"/>
              <a:gd name="connsiteY5" fmla="*/ 1031875 h 1631950"/>
              <a:gd name="connsiteX6" fmla="*/ 2366963 w 2481263"/>
              <a:gd name="connsiteY6" fmla="*/ 793750 h 1631950"/>
              <a:gd name="connsiteX7" fmla="*/ 2252663 w 2481263"/>
              <a:gd name="connsiteY7" fmla="*/ 574675 h 1631950"/>
              <a:gd name="connsiteX8" fmla="*/ 1985963 w 2481263"/>
              <a:gd name="connsiteY8" fmla="*/ 479425 h 1631950"/>
              <a:gd name="connsiteX9" fmla="*/ 1881188 w 2481263"/>
              <a:gd name="connsiteY9" fmla="*/ 317500 h 1631950"/>
              <a:gd name="connsiteX10" fmla="*/ 1862138 w 2481263"/>
              <a:gd name="connsiteY10" fmla="*/ 155575 h 1631950"/>
              <a:gd name="connsiteX11" fmla="*/ 1728788 w 2481263"/>
              <a:gd name="connsiteY11" fmla="*/ 60325 h 1631950"/>
              <a:gd name="connsiteX12" fmla="*/ 1595438 w 2481263"/>
              <a:gd name="connsiteY12" fmla="*/ 127000 h 1631950"/>
              <a:gd name="connsiteX13" fmla="*/ 1538288 w 2481263"/>
              <a:gd name="connsiteY13" fmla="*/ 98425 h 1631950"/>
              <a:gd name="connsiteX14" fmla="*/ 1481138 w 2481263"/>
              <a:gd name="connsiteY14" fmla="*/ 165100 h 1631950"/>
              <a:gd name="connsiteX15" fmla="*/ 1395413 w 2481263"/>
              <a:gd name="connsiteY15" fmla="*/ 117475 h 1631950"/>
              <a:gd name="connsiteX16" fmla="*/ 1262063 w 2481263"/>
              <a:gd name="connsiteY16" fmla="*/ 193675 h 1631950"/>
              <a:gd name="connsiteX17" fmla="*/ 1223963 w 2481263"/>
              <a:gd name="connsiteY17" fmla="*/ 222250 h 1631950"/>
              <a:gd name="connsiteX18" fmla="*/ 1100138 w 2481263"/>
              <a:gd name="connsiteY18" fmla="*/ 355600 h 1631950"/>
              <a:gd name="connsiteX19" fmla="*/ 871538 w 2481263"/>
              <a:gd name="connsiteY19" fmla="*/ 355600 h 1631950"/>
              <a:gd name="connsiteX20" fmla="*/ 747713 w 2481263"/>
              <a:gd name="connsiteY20" fmla="*/ 317500 h 1631950"/>
              <a:gd name="connsiteX21" fmla="*/ 595313 w 2481263"/>
              <a:gd name="connsiteY21" fmla="*/ 260350 h 1631950"/>
              <a:gd name="connsiteX22" fmla="*/ 414338 w 2481263"/>
              <a:gd name="connsiteY22" fmla="*/ 193675 h 1631950"/>
              <a:gd name="connsiteX23" fmla="*/ 233363 w 2481263"/>
              <a:gd name="connsiteY23" fmla="*/ 184150 h 1631950"/>
              <a:gd name="connsiteX24" fmla="*/ 100013 w 2481263"/>
              <a:gd name="connsiteY24" fmla="*/ 136525 h 1631950"/>
              <a:gd name="connsiteX25" fmla="*/ 14288 w 2481263"/>
              <a:gd name="connsiteY25" fmla="*/ 22225 h 1631950"/>
              <a:gd name="connsiteX26" fmla="*/ 14288 w 2481263"/>
              <a:gd name="connsiteY26" fmla="*/ 3175 h 163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81263" h="1631950">
                <a:moveTo>
                  <a:pt x="2481263" y="1631950"/>
                </a:moveTo>
                <a:cubicBezTo>
                  <a:pt x="2469357" y="1612106"/>
                  <a:pt x="2457451" y="1592263"/>
                  <a:pt x="2443163" y="1565275"/>
                </a:cubicBezTo>
                <a:cubicBezTo>
                  <a:pt x="2428876" y="1538288"/>
                  <a:pt x="2424113" y="1511300"/>
                  <a:pt x="2395538" y="1470025"/>
                </a:cubicBezTo>
                <a:cubicBezTo>
                  <a:pt x="2366963" y="1428750"/>
                  <a:pt x="2293938" y="1376362"/>
                  <a:pt x="2271713" y="1317625"/>
                </a:cubicBezTo>
                <a:cubicBezTo>
                  <a:pt x="2249488" y="1258888"/>
                  <a:pt x="2252663" y="1165225"/>
                  <a:pt x="2262188" y="1117600"/>
                </a:cubicBezTo>
                <a:cubicBezTo>
                  <a:pt x="2271713" y="1069975"/>
                  <a:pt x="2311401" y="1085850"/>
                  <a:pt x="2328863" y="1031875"/>
                </a:cubicBezTo>
                <a:cubicBezTo>
                  <a:pt x="2346325" y="977900"/>
                  <a:pt x="2379663" y="869950"/>
                  <a:pt x="2366963" y="793750"/>
                </a:cubicBezTo>
                <a:cubicBezTo>
                  <a:pt x="2354263" y="717550"/>
                  <a:pt x="2316163" y="627062"/>
                  <a:pt x="2252663" y="574675"/>
                </a:cubicBezTo>
                <a:cubicBezTo>
                  <a:pt x="2189163" y="522288"/>
                  <a:pt x="2047876" y="522288"/>
                  <a:pt x="1985963" y="479425"/>
                </a:cubicBezTo>
                <a:cubicBezTo>
                  <a:pt x="1924051" y="436563"/>
                  <a:pt x="1901826" y="371475"/>
                  <a:pt x="1881188" y="317500"/>
                </a:cubicBezTo>
                <a:cubicBezTo>
                  <a:pt x="1860551" y="263525"/>
                  <a:pt x="1887538" y="198437"/>
                  <a:pt x="1862138" y="155575"/>
                </a:cubicBezTo>
                <a:cubicBezTo>
                  <a:pt x="1836738" y="112713"/>
                  <a:pt x="1773238" y="65088"/>
                  <a:pt x="1728788" y="60325"/>
                </a:cubicBezTo>
                <a:cubicBezTo>
                  <a:pt x="1684338" y="55563"/>
                  <a:pt x="1627188" y="120650"/>
                  <a:pt x="1595438" y="127000"/>
                </a:cubicBezTo>
                <a:cubicBezTo>
                  <a:pt x="1563688" y="133350"/>
                  <a:pt x="1557338" y="92075"/>
                  <a:pt x="1538288" y="98425"/>
                </a:cubicBezTo>
                <a:cubicBezTo>
                  <a:pt x="1519238" y="104775"/>
                  <a:pt x="1504951" y="161925"/>
                  <a:pt x="1481138" y="165100"/>
                </a:cubicBezTo>
                <a:cubicBezTo>
                  <a:pt x="1457326" y="168275"/>
                  <a:pt x="1431926" y="112713"/>
                  <a:pt x="1395413" y="117475"/>
                </a:cubicBezTo>
                <a:cubicBezTo>
                  <a:pt x="1358901" y="122238"/>
                  <a:pt x="1290638" y="176213"/>
                  <a:pt x="1262063" y="193675"/>
                </a:cubicBezTo>
                <a:cubicBezTo>
                  <a:pt x="1233488" y="211137"/>
                  <a:pt x="1250950" y="195263"/>
                  <a:pt x="1223963" y="222250"/>
                </a:cubicBezTo>
                <a:cubicBezTo>
                  <a:pt x="1196976" y="249237"/>
                  <a:pt x="1158875" y="333375"/>
                  <a:pt x="1100138" y="355600"/>
                </a:cubicBezTo>
                <a:cubicBezTo>
                  <a:pt x="1041401" y="377825"/>
                  <a:pt x="930275" y="361950"/>
                  <a:pt x="871538" y="355600"/>
                </a:cubicBezTo>
                <a:cubicBezTo>
                  <a:pt x="812801" y="349250"/>
                  <a:pt x="793751" y="333375"/>
                  <a:pt x="747713" y="317500"/>
                </a:cubicBezTo>
                <a:cubicBezTo>
                  <a:pt x="701676" y="301625"/>
                  <a:pt x="595313" y="260350"/>
                  <a:pt x="595313" y="260350"/>
                </a:cubicBezTo>
                <a:cubicBezTo>
                  <a:pt x="539751" y="239713"/>
                  <a:pt x="474663" y="206375"/>
                  <a:pt x="414338" y="193675"/>
                </a:cubicBezTo>
                <a:cubicBezTo>
                  <a:pt x="354013" y="180975"/>
                  <a:pt x="285750" y="193675"/>
                  <a:pt x="233363" y="184150"/>
                </a:cubicBezTo>
                <a:cubicBezTo>
                  <a:pt x="180976" y="174625"/>
                  <a:pt x="136526" y="163513"/>
                  <a:pt x="100013" y="136525"/>
                </a:cubicBezTo>
                <a:cubicBezTo>
                  <a:pt x="63500" y="109537"/>
                  <a:pt x="28576" y="44450"/>
                  <a:pt x="14288" y="22225"/>
                </a:cubicBezTo>
                <a:cubicBezTo>
                  <a:pt x="0" y="0"/>
                  <a:pt x="7144" y="1587"/>
                  <a:pt x="14288" y="3175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" name="Рисунок 29" descr="kuban_big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28662" y="3143248"/>
            <a:ext cx="3550042" cy="2643206"/>
          </a:xfrm>
          <a:prstGeom prst="rect">
            <a:avLst/>
          </a:prstGeom>
        </p:spPr>
      </p:pic>
      <p:pic>
        <p:nvPicPr>
          <p:cNvPr id="31" name="Рисунок 30" descr="genimag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2000" y="3143248"/>
            <a:ext cx="3690963" cy="2696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Рисунок 31" descr="picture10963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28662" y="3071810"/>
            <a:ext cx="3547492" cy="2660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Рисунок 32" descr="gidro002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0" y="3071810"/>
            <a:ext cx="3667340" cy="27505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Рисунок 33" descr="796696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572000" y="3071810"/>
            <a:ext cx="3643338" cy="26755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Рисунок 34" descr="big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28662" y="3071810"/>
            <a:ext cx="3571900" cy="2678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6" name="Рисунок 35" descr="0_39f5_9f54b97d_XL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04850" y="3071810"/>
            <a:ext cx="3588198" cy="2691148"/>
          </a:xfrm>
          <a:prstGeom prst="rect">
            <a:avLst/>
          </a:prstGeom>
        </p:spPr>
      </p:pic>
      <p:pic>
        <p:nvPicPr>
          <p:cNvPr id="37" name="Рисунок 36" descr="reka_egorlyk_na_okraine_novotroitskoi_RSI_P9170053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643438" y="3045463"/>
            <a:ext cx="3500461" cy="2746774"/>
          </a:xfrm>
          <a:prstGeom prst="rect">
            <a:avLst/>
          </a:prstGeom>
        </p:spPr>
      </p:pic>
      <p:sp>
        <p:nvSpPr>
          <p:cNvPr id="38" name="Полилиния 37"/>
          <p:cNvSpPr/>
          <p:nvPr/>
        </p:nvSpPr>
        <p:spPr>
          <a:xfrm>
            <a:off x="3276600" y="1495425"/>
            <a:ext cx="2495550" cy="1438275"/>
          </a:xfrm>
          <a:custGeom>
            <a:avLst/>
            <a:gdLst>
              <a:gd name="connsiteX0" fmla="*/ 2495550 w 2495550"/>
              <a:gd name="connsiteY0" fmla="*/ 1438275 h 1438275"/>
              <a:gd name="connsiteX1" fmla="*/ 2171700 w 2495550"/>
              <a:gd name="connsiteY1" fmla="*/ 1362075 h 1438275"/>
              <a:gd name="connsiteX2" fmla="*/ 2000250 w 2495550"/>
              <a:gd name="connsiteY2" fmla="*/ 1247775 h 1438275"/>
              <a:gd name="connsiteX3" fmla="*/ 1866900 w 2495550"/>
              <a:gd name="connsiteY3" fmla="*/ 1028700 h 1438275"/>
              <a:gd name="connsiteX4" fmla="*/ 1552575 w 2495550"/>
              <a:gd name="connsiteY4" fmla="*/ 904875 h 1438275"/>
              <a:gd name="connsiteX5" fmla="*/ 1257300 w 2495550"/>
              <a:gd name="connsiteY5" fmla="*/ 714375 h 1438275"/>
              <a:gd name="connsiteX6" fmla="*/ 990600 w 2495550"/>
              <a:gd name="connsiteY6" fmla="*/ 542925 h 1438275"/>
              <a:gd name="connsiteX7" fmla="*/ 733425 w 2495550"/>
              <a:gd name="connsiteY7" fmla="*/ 476250 h 1438275"/>
              <a:gd name="connsiteX8" fmla="*/ 561975 w 2495550"/>
              <a:gd name="connsiteY8" fmla="*/ 247650 h 1438275"/>
              <a:gd name="connsiteX9" fmla="*/ 419100 w 2495550"/>
              <a:gd name="connsiteY9" fmla="*/ 171450 h 1438275"/>
              <a:gd name="connsiteX10" fmla="*/ 190500 w 2495550"/>
              <a:gd name="connsiteY10" fmla="*/ 57150 h 1438275"/>
              <a:gd name="connsiteX11" fmla="*/ 0 w 2495550"/>
              <a:gd name="connsiteY11" fmla="*/ 0 h 143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95550" h="1438275">
                <a:moveTo>
                  <a:pt x="2495550" y="1438275"/>
                </a:moveTo>
                <a:cubicBezTo>
                  <a:pt x="2374900" y="1416050"/>
                  <a:pt x="2254250" y="1393825"/>
                  <a:pt x="2171700" y="1362075"/>
                </a:cubicBezTo>
                <a:cubicBezTo>
                  <a:pt x="2089150" y="1330325"/>
                  <a:pt x="2051050" y="1303337"/>
                  <a:pt x="2000250" y="1247775"/>
                </a:cubicBezTo>
                <a:cubicBezTo>
                  <a:pt x="1949450" y="1192213"/>
                  <a:pt x="1941513" y="1085850"/>
                  <a:pt x="1866900" y="1028700"/>
                </a:cubicBezTo>
                <a:cubicBezTo>
                  <a:pt x="1792288" y="971550"/>
                  <a:pt x="1654175" y="957263"/>
                  <a:pt x="1552575" y="904875"/>
                </a:cubicBezTo>
                <a:cubicBezTo>
                  <a:pt x="1450975" y="852488"/>
                  <a:pt x="1257300" y="714375"/>
                  <a:pt x="1257300" y="714375"/>
                </a:cubicBezTo>
                <a:cubicBezTo>
                  <a:pt x="1163638" y="654050"/>
                  <a:pt x="1077912" y="582612"/>
                  <a:pt x="990600" y="542925"/>
                </a:cubicBezTo>
                <a:cubicBezTo>
                  <a:pt x="903288" y="503238"/>
                  <a:pt x="804863" y="525463"/>
                  <a:pt x="733425" y="476250"/>
                </a:cubicBezTo>
                <a:cubicBezTo>
                  <a:pt x="661988" y="427038"/>
                  <a:pt x="614363" y="298450"/>
                  <a:pt x="561975" y="247650"/>
                </a:cubicBezTo>
                <a:cubicBezTo>
                  <a:pt x="509588" y="196850"/>
                  <a:pt x="481013" y="203200"/>
                  <a:pt x="419100" y="171450"/>
                </a:cubicBezTo>
                <a:cubicBezTo>
                  <a:pt x="357187" y="139700"/>
                  <a:pt x="260350" y="85725"/>
                  <a:pt x="190500" y="57150"/>
                </a:cubicBezTo>
                <a:cubicBezTo>
                  <a:pt x="120650" y="28575"/>
                  <a:pt x="60325" y="14287"/>
                  <a:pt x="0" y="0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1142976" y="1000108"/>
            <a:ext cx="6715172" cy="142876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Реки  многочисленны. В горах течение бурное, много ущелий и каньонов.  На равнинах  течение спокойное, в низовьях – заболоченные пространства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41" grpId="0" animBg="1"/>
      <p:bldP spid="16" grpId="0"/>
      <p:bldP spid="19" grpId="0"/>
      <p:bldP spid="22" grpId="0"/>
      <p:bldP spid="25" grpId="0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01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728" y="1000108"/>
            <a:ext cx="6597625" cy="4905410"/>
          </a:xfrm>
          <a:prstGeom prst="rect">
            <a:avLst/>
          </a:prstGeom>
          <a:ln w="76200" cmpd="sng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" name="Скругленный прямоугольник 38">
            <a:hlinkClick r:id="" action="ppaction://hlinkshowjump?jump=endshow"/>
            <a:hlinkHover r:id="" action="ppaction://noaction" highlightClick="1"/>
          </p:cNvPr>
          <p:cNvSpPr/>
          <p:nvPr/>
        </p:nvSpPr>
        <p:spPr>
          <a:xfrm>
            <a:off x="0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выход</a:t>
            </a:r>
            <a:endParaRPr lang="ru-RU" dirty="0"/>
          </a:p>
        </p:txBody>
      </p:sp>
      <p:sp>
        <p:nvSpPr>
          <p:cNvPr id="41" name="Скругленный прямоугольник 40">
            <a:hlinkClick r:id="" action="ppaction://hlinkshowjump?jump=firstslide"/>
            <a:hlinkHover r:id="" action="ppaction://noaction" highlightClick="1"/>
          </p:cNvPr>
          <p:cNvSpPr/>
          <p:nvPr/>
        </p:nvSpPr>
        <p:spPr>
          <a:xfrm>
            <a:off x="7786678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назад</a:t>
            </a:r>
            <a:endParaRPr lang="ru-RU" dirty="0"/>
          </a:p>
        </p:txBody>
      </p:sp>
      <p:sp>
        <p:nvSpPr>
          <p:cNvPr id="54" name="Заголовок 5"/>
          <p:cNvSpPr txBox="1">
            <a:spLocks/>
          </p:cNvSpPr>
          <p:nvPr/>
        </p:nvSpPr>
        <p:spPr>
          <a:xfrm>
            <a:off x="357158" y="214290"/>
            <a:ext cx="8471647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Внутренние воды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" name="Семиугольник 54"/>
          <p:cNvSpPr/>
          <p:nvPr/>
        </p:nvSpPr>
        <p:spPr>
          <a:xfrm>
            <a:off x="142844" y="285728"/>
            <a:ext cx="428628" cy="428628"/>
          </a:xfrm>
          <a:prstGeom prst="heptag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29" name="TextBox 28">
            <a:hlinkClick r:id="rId4" action="ppaction://hlinksldjump"/>
          </p:cNvPr>
          <p:cNvSpPr txBox="1"/>
          <p:nvPr/>
        </p:nvSpPr>
        <p:spPr>
          <a:xfrm>
            <a:off x="2699792" y="4143380"/>
            <a:ext cx="4464496" cy="408623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Ледники</a:t>
            </a:r>
            <a:endParaRPr lang="ru-RU" dirty="0"/>
          </a:p>
        </p:txBody>
      </p:sp>
      <p:sp>
        <p:nvSpPr>
          <p:cNvPr id="30" name="TextBox 29">
            <a:hlinkClick r:id="rId5" action="ppaction://hlinksldjump"/>
          </p:cNvPr>
          <p:cNvSpPr txBox="1"/>
          <p:nvPr/>
        </p:nvSpPr>
        <p:spPr>
          <a:xfrm>
            <a:off x="2699792" y="2214554"/>
            <a:ext cx="4464496" cy="408623"/>
          </a:xfrm>
          <a:prstGeom prst="roundRect">
            <a:avLst/>
          </a:prstGeom>
          <a:solidFill>
            <a:schemeClr val="accent1">
              <a:alpha val="34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Озера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 txBox="1">
            <a:spLocks/>
          </p:cNvSpPr>
          <p:nvPr/>
        </p:nvSpPr>
        <p:spPr>
          <a:xfrm>
            <a:off x="3000364" y="214290"/>
            <a:ext cx="3071835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Озера</a:t>
            </a:r>
            <a:r>
              <a:rPr kumimoji="0" lang="ru-RU" sz="32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Скругленный прямоугольник 7">
            <a:hlinkClick r:id="" action="ppaction://hlinkshowjump?jump=endshow"/>
            <a:hlinkHover r:id="" action="ppaction://noaction" highlightClick="1"/>
          </p:cNvPr>
          <p:cNvSpPr/>
          <p:nvPr/>
        </p:nvSpPr>
        <p:spPr>
          <a:xfrm>
            <a:off x="0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выход</a:t>
            </a:r>
            <a:endParaRPr lang="ru-RU" dirty="0"/>
          </a:p>
        </p:txBody>
      </p:sp>
      <p:pic>
        <p:nvPicPr>
          <p:cNvPr id="10" name="Рисунок 9" descr="dombay1.jpg">
            <a:hlinkClick r:id="rId3" action="ppaction://hlinksldjump" tooltip="озеро в районе Домбая (Карачаево-Черкессия)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0034" y="2857496"/>
            <a:ext cx="3619525" cy="2714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 descr="6_Armavir.jpg">
            <a:hlinkClick r:id="rId3" action="ppaction://hlinksldjump" tooltip="пойменное озеро в районе Армавира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4876" y="2857496"/>
            <a:ext cx="4096512" cy="2679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Заголовок 5"/>
          <p:cNvSpPr txBox="1">
            <a:spLocks/>
          </p:cNvSpPr>
          <p:nvPr/>
        </p:nvSpPr>
        <p:spPr>
          <a:xfrm>
            <a:off x="785786" y="857232"/>
            <a:ext cx="3071835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горные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Заголовок 5"/>
          <p:cNvSpPr txBox="1">
            <a:spLocks/>
          </p:cNvSpPr>
          <p:nvPr/>
        </p:nvSpPr>
        <p:spPr>
          <a:xfrm>
            <a:off x="5214942" y="857232"/>
            <a:ext cx="3071835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равнинные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1071538" y="1500174"/>
            <a:ext cx="2428892" cy="92869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небольшие по площади, глубокие, холодные</a:t>
            </a: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286380" y="1500174"/>
            <a:ext cx="3214710" cy="10001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Как правило небольшие по площади и  глубине ,  в степной части  -  соленые</a:t>
            </a:r>
            <a:endParaRPr lang="ru-RU" dirty="0"/>
          </a:p>
        </p:txBody>
      </p:sp>
      <p:sp>
        <p:nvSpPr>
          <p:cNvPr id="12" name="Скругленный прямоугольник 11">
            <a:hlinkClick r:id="rId6" action="ppaction://hlinksldjump"/>
            <a:hlinkHover r:id="" action="ppaction://noaction" highlightClick="1"/>
          </p:cNvPr>
          <p:cNvSpPr/>
          <p:nvPr/>
        </p:nvSpPr>
        <p:spPr>
          <a:xfrm>
            <a:off x="7786678" y="6286520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назад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 txBox="1">
            <a:spLocks/>
          </p:cNvSpPr>
          <p:nvPr/>
        </p:nvSpPr>
        <p:spPr>
          <a:xfrm>
            <a:off x="3000364" y="214290"/>
            <a:ext cx="3071835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Ледники</a:t>
            </a:r>
            <a:r>
              <a:rPr kumimoji="0" lang="ru-RU" sz="32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Скругленный прямоугольник 7">
            <a:hlinkClick r:id="" action="ppaction://hlinkshowjump?jump=endshow"/>
            <a:hlinkHover r:id="" action="ppaction://noaction" highlightClick="1"/>
          </p:cNvPr>
          <p:cNvSpPr/>
          <p:nvPr/>
        </p:nvSpPr>
        <p:spPr>
          <a:xfrm>
            <a:off x="0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выход</a:t>
            </a:r>
            <a:endParaRPr lang="ru-RU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571472" y="857232"/>
            <a:ext cx="3714776" cy="114300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развито  горное оледенение – самая  большая площадь  в РФ</a:t>
            </a: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4929190" y="857232"/>
            <a:ext cx="3857620" cy="114300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Самый большой ледник – Безенги (17, 6 км) в центральной части  северного склона Б.Кавказа</a:t>
            </a:r>
            <a:endParaRPr lang="ru-RU" dirty="0"/>
          </a:p>
        </p:txBody>
      </p:sp>
      <p:pic>
        <p:nvPicPr>
          <p:cNvPr id="12" name="Рисунок 11" descr="40b.jpg">
            <a:hlinkClick r:id="rId3" action="ppaction://hlinksldjump" tooltip="На Фиште самые северные ледники Кавказа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57224" y="2143116"/>
            <a:ext cx="3071834" cy="3892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Рисунок 13" descr="Ice03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43504" y="2143117"/>
            <a:ext cx="3214710" cy="39290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Скругленный прямоугольник 8">
            <a:hlinkClick r:id="rId6" action="ppaction://hlinksldjump"/>
            <a:hlinkHover r:id="" action="ppaction://noaction" highlightClick="1"/>
          </p:cNvPr>
          <p:cNvSpPr/>
          <p:nvPr/>
        </p:nvSpPr>
        <p:spPr>
          <a:xfrm>
            <a:off x="7786678" y="6286520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назад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Новый рисунок (1).bmp"/>
          <p:cNvPicPr>
            <a:picLocks noChangeAspect="1"/>
          </p:cNvPicPr>
          <p:nvPr/>
        </p:nvPicPr>
        <p:blipFill>
          <a:blip r:embed="rId3" cstate="print"/>
          <a:srcRect l="2128"/>
          <a:stretch>
            <a:fillRect/>
          </a:stretch>
        </p:blipFill>
        <p:spPr>
          <a:xfrm>
            <a:off x="500034" y="857232"/>
            <a:ext cx="3286148" cy="4705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Заголовок 5"/>
          <p:cNvSpPr txBox="1">
            <a:spLocks/>
          </p:cNvSpPr>
          <p:nvPr/>
        </p:nvSpPr>
        <p:spPr>
          <a:xfrm>
            <a:off x="357158" y="214290"/>
            <a:ext cx="8471647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ea typeface="+mj-ea"/>
                <a:cs typeface="+mj-cs"/>
              </a:rPr>
              <a:t>Почвы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Семиугольник 22"/>
          <p:cNvSpPr/>
          <p:nvPr/>
        </p:nvSpPr>
        <p:spPr>
          <a:xfrm>
            <a:off x="214282" y="142852"/>
            <a:ext cx="428628" cy="428628"/>
          </a:xfrm>
          <a:prstGeom prst="heptag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4787700" y="4653136"/>
            <a:ext cx="4071966" cy="78319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2000" dirty="0" smtClean="0"/>
              <a:t>В субтропиках распространены желтоземы и красноземы</a:t>
            </a:r>
            <a:endParaRPr lang="ru-RU" sz="2000" dirty="0"/>
          </a:p>
        </p:txBody>
      </p:sp>
      <p:sp>
        <p:nvSpPr>
          <p:cNvPr id="24" name="Скругленный прямоугольник 23">
            <a:hlinkClick r:id="" action="ppaction://hlinkshowjump?jump=firstslide"/>
            <a:hlinkHover r:id="" action="ppaction://noaction" highlightClick="1"/>
          </p:cNvPr>
          <p:cNvSpPr/>
          <p:nvPr/>
        </p:nvSpPr>
        <p:spPr>
          <a:xfrm>
            <a:off x="7786678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назад</a:t>
            </a:r>
            <a:endParaRPr lang="ru-RU" dirty="0"/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4748323" y="928646"/>
            <a:ext cx="4071966" cy="15001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 smtClean="0"/>
          </a:p>
          <a:p>
            <a:pPr algn="ctr"/>
            <a:r>
              <a:rPr lang="ru-RU" sz="2000" dirty="0" smtClean="0"/>
              <a:t>Северный Кавказ обладает самыми большими площадями в России, занятых плодородными почвами</a:t>
            </a:r>
          </a:p>
          <a:p>
            <a:pPr algn="ctr"/>
            <a:endParaRPr lang="ru-RU" dirty="0"/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4748323" y="2702430"/>
            <a:ext cx="4071966" cy="15001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 smtClean="0"/>
          </a:p>
          <a:p>
            <a:pPr algn="ctr"/>
            <a:r>
              <a:rPr lang="ru-RU" sz="2000" dirty="0" smtClean="0"/>
              <a:t>В западной части преобладают  черноземы,  в более засушливой восточной – каштановые</a:t>
            </a:r>
          </a:p>
          <a:p>
            <a:pPr algn="ctr"/>
            <a:endParaRPr lang="ru-RU" dirty="0"/>
          </a:p>
        </p:txBody>
      </p:sp>
      <p:sp>
        <p:nvSpPr>
          <p:cNvPr id="29" name="Скругленный прямоугольник 28">
            <a:hlinkClick r:id="" action="ppaction://hlinkshowjump?jump=endshow"/>
            <a:hlinkHover r:id="" action="ppaction://noaction" highlightClick="1"/>
          </p:cNvPr>
          <p:cNvSpPr/>
          <p:nvPr/>
        </p:nvSpPr>
        <p:spPr>
          <a:xfrm>
            <a:off x="0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выход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Скругленный прямоугольник 38">
            <a:hlinkClick r:id="" action="ppaction://hlinkshowjump?jump=endshow"/>
            <a:hlinkHover r:id="" action="ppaction://noaction" highlightClick="1"/>
          </p:cNvPr>
          <p:cNvSpPr/>
          <p:nvPr/>
        </p:nvSpPr>
        <p:spPr>
          <a:xfrm>
            <a:off x="0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выход</a:t>
            </a:r>
            <a:endParaRPr lang="ru-RU" dirty="0"/>
          </a:p>
        </p:txBody>
      </p:sp>
      <p:sp>
        <p:nvSpPr>
          <p:cNvPr id="41" name="Скругленный прямоугольник 40">
            <a:hlinkClick r:id="" action="ppaction://hlinkshowjump?jump=firstslide"/>
            <a:hlinkHover r:id="" action="ppaction://noaction" highlightClick="1"/>
          </p:cNvPr>
          <p:cNvSpPr/>
          <p:nvPr/>
        </p:nvSpPr>
        <p:spPr>
          <a:xfrm>
            <a:off x="7786678" y="6143644"/>
            <a:ext cx="1357322" cy="3571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назад</a:t>
            </a:r>
            <a:endParaRPr lang="ru-RU" dirty="0"/>
          </a:p>
        </p:txBody>
      </p:sp>
      <p:sp>
        <p:nvSpPr>
          <p:cNvPr id="57" name="Заголовок 5"/>
          <p:cNvSpPr txBox="1">
            <a:spLocks/>
          </p:cNvSpPr>
          <p:nvPr/>
        </p:nvSpPr>
        <p:spPr>
          <a:xfrm>
            <a:off x="357158" y="214290"/>
            <a:ext cx="8471647" cy="6429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Природные  зоны</a:t>
            </a:r>
            <a:endParaRPr kumimoji="0" lang="ru-RU" sz="32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" name="Семиугольник 57"/>
          <p:cNvSpPr/>
          <p:nvPr/>
        </p:nvSpPr>
        <p:spPr>
          <a:xfrm>
            <a:off x="142844" y="285728"/>
            <a:ext cx="428628" cy="428628"/>
          </a:xfrm>
          <a:prstGeom prst="heptag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5</a:t>
            </a:r>
            <a:endParaRPr lang="ru-RU" dirty="0"/>
          </a:p>
        </p:txBody>
      </p:sp>
      <p:pic>
        <p:nvPicPr>
          <p:cNvPr id="12" name="Рисунок 11" descr="Новый рисунок (6).bmp"/>
          <p:cNvPicPr>
            <a:picLocks noChangeAspect="1"/>
          </p:cNvPicPr>
          <p:nvPr/>
        </p:nvPicPr>
        <p:blipFill>
          <a:blip r:embed="rId3" cstate="print">
            <a:lum contrast="30000"/>
          </a:blip>
          <a:stretch>
            <a:fillRect/>
          </a:stretch>
        </p:blipFill>
        <p:spPr>
          <a:xfrm>
            <a:off x="714348" y="1214422"/>
            <a:ext cx="3214709" cy="34632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Скругленный прямоугольник 12"/>
          <p:cNvSpPr/>
          <p:nvPr/>
        </p:nvSpPr>
        <p:spPr>
          <a:xfrm>
            <a:off x="5286380" y="2857496"/>
            <a:ext cx="714380" cy="357190"/>
          </a:xfrm>
          <a:prstGeom prst="roundRect">
            <a:avLst/>
          </a:prstGeom>
          <a:solidFill>
            <a:srgbClr val="744C3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?</a:t>
            </a:r>
            <a:endParaRPr lang="ru-RU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5286380" y="1500174"/>
            <a:ext cx="714380" cy="357190"/>
          </a:xfrm>
          <a:prstGeom prst="roundRect">
            <a:avLst/>
          </a:prstGeom>
          <a:solidFill>
            <a:srgbClr val="E5D509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?</a:t>
            </a:r>
            <a:endParaRPr lang="ru-RU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5286380" y="2143116"/>
            <a:ext cx="714380" cy="357190"/>
          </a:xfrm>
          <a:prstGeom prst="roundRect">
            <a:avLst/>
          </a:prstGeom>
          <a:solidFill>
            <a:srgbClr val="F98855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?</a:t>
            </a:r>
            <a:endParaRPr lang="ru-RU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5074" y="285749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субтропики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215074" y="1500174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степь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6215074" y="214311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полупустыня</a:t>
            </a:r>
            <a:endParaRPr lang="ru-RU" dirty="0"/>
          </a:p>
        </p:txBody>
      </p:sp>
      <p:grpSp>
        <p:nvGrpSpPr>
          <p:cNvPr id="20" name="Группа 19"/>
          <p:cNvGrpSpPr/>
          <p:nvPr/>
        </p:nvGrpSpPr>
        <p:grpSpPr>
          <a:xfrm>
            <a:off x="5857884" y="3643314"/>
            <a:ext cx="1714512" cy="857256"/>
            <a:chOff x="5016158" y="3925885"/>
            <a:chExt cx="3056304" cy="1062026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016158" y="3925885"/>
              <a:ext cx="2857518" cy="10620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9" name="TextBox 18"/>
            <p:cNvSpPr txBox="1"/>
            <p:nvPr/>
          </p:nvSpPr>
          <p:spPr>
            <a:xfrm>
              <a:off x="5357818" y="4214818"/>
              <a:ext cx="2714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>
                  <a:solidFill>
                    <a:schemeClr val="bg1"/>
                  </a:solidFill>
                </a:rPr>
                <a:t>Высотная поясность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Рисунок 9" descr="Новый рисунок (4).bmp"/>
          <p:cNvPicPr>
            <a:picLocks noChangeAspect="1"/>
          </p:cNvPicPr>
          <p:nvPr/>
        </p:nvPicPr>
        <p:blipFill>
          <a:blip r:embed="rId5" cstate="print">
            <a:lum bright="18000" contrast="1000"/>
          </a:blip>
          <a:stretch>
            <a:fillRect/>
          </a:stretch>
        </p:blipFill>
        <p:spPr>
          <a:xfrm>
            <a:off x="0" y="1071546"/>
            <a:ext cx="4572000" cy="36656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 descr="Новый рисунок (5).bmp"/>
          <p:cNvPicPr>
            <a:picLocks noChangeAspect="1"/>
          </p:cNvPicPr>
          <p:nvPr/>
        </p:nvPicPr>
        <p:blipFill>
          <a:blip r:embed="rId6" cstate="print">
            <a:lum bright="20000"/>
          </a:blip>
          <a:stretch>
            <a:fillRect/>
          </a:stretch>
        </p:blipFill>
        <p:spPr>
          <a:xfrm>
            <a:off x="4714876" y="1071546"/>
            <a:ext cx="4330951" cy="3675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Скругленный прямоугольник 21"/>
          <p:cNvSpPr/>
          <p:nvPr/>
        </p:nvSpPr>
        <p:spPr>
          <a:xfrm>
            <a:off x="5072066" y="4429132"/>
            <a:ext cx="3786214" cy="71508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На южном – с широколиственных лесов</a:t>
            </a:r>
            <a:endParaRPr lang="ru-RU" dirty="0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5000628" y="1071546"/>
            <a:ext cx="3786214" cy="10001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Равнины Северного Кавказа на западе заняты разнотравно-ковыльными степями</a:t>
            </a:r>
            <a:endParaRPr lang="ru-RU" dirty="0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5000628" y="2143116"/>
            <a:ext cx="3786214" cy="10001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 востоке  - сухие ковыльные степи, полынно-солянковые и песчаные полупустыни</a:t>
            </a:r>
            <a:endParaRPr lang="ru-RU" dirty="0"/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5000628" y="3286124"/>
            <a:ext cx="3786214" cy="10001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 северном склоне  гор высотные пояса начинаются с полупустынь и степей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2" grpId="0" animBg="1"/>
      <p:bldP spid="21" grpId="0" animBg="1"/>
      <p:bldP spid="23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IMG_468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3108" y="1214422"/>
            <a:ext cx="4786346" cy="4714908"/>
          </a:xfrm>
          <a:prstGeom prst="ellipse">
            <a:avLst/>
          </a:prstGeom>
        </p:spPr>
      </p:pic>
      <p:graphicFrame>
        <p:nvGraphicFramePr>
          <p:cNvPr id="2" name="Схема 1"/>
          <p:cNvGraphicFramePr/>
          <p:nvPr/>
        </p:nvGraphicFramePr>
        <p:xfrm>
          <a:off x="142844" y="714356"/>
          <a:ext cx="8786874" cy="5715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28992" y="2643182"/>
            <a:ext cx="22860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Северный Кавказ -  САМЫЙ</a:t>
            </a:r>
            <a:endParaRPr lang="ru-RU" sz="2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3714744" y="5429264"/>
            <a:ext cx="1571636" cy="1025044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Рисунок 6" descr="j0400007[1]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786182" y="714356"/>
            <a:ext cx="1571636" cy="1027608"/>
          </a:xfrm>
          <a:prstGeom prst="roundRect">
            <a:avLst/>
          </a:prstGeom>
        </p:spPr>
      </p:pic>
      <p:sp>
        <p:nvSpPr>
          <p:cNvPr id="10" name="Овал 4"/>
          <p:cNvSpPr/>
          <p:nvPr/>
        </p:nvSpPr>
        <p:spPr>
          <a:xfrm>
            <a:off x="5786446" y="1857364"/>
            <a:ext cx="1571636" cy="1071570"/>
          </a:xfrm>
          <a:prstGeom prst="roundRect">
            <a:avLst/>
          </a:prstGeom>
          <a:blipFill>
            <a:blip r:embed="rId11" cstate="email"/>
            <a:stretch>
              <a:fillRect/>
            </a:stretch>
          </a:blipFill>
          <a:scene3d>
            <a:camera prst="orthographicFront"/>
            <a:lightRig rig="chilly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spcFirstLastPara="0" vert="horz" wrap="square" lIns="54610" tIns="54610" rIns="54610" bIns="54610" numCol="1" spcCol="1270" anchor="ctr" anchorCtr="0">
            <a:noAutofit/>
          </a:bodyPr>
          <a:lstStyle/>
          <a:p>
            <a:pPr lvl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4300" kern="1200" dirty="0">
              <a:solidFill>
                <a:srgbClr val="00206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714480" y="4071942"/>
            <a:ext cx="1571636" cy="1109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786446" y="4071942"/>
            <a:ext cx="1500198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Скругленный прямоугольник 16"/>
          <p:cNvSpPr/>
          <p:nvPr/>
        </p:nvSpPr>
        <p:spPr>
          <a:xfrm>
            <a:off x="3214678" y="2071678"/>
            <a:ext cx="2643206" cy="228601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Только на Северном Кавказе есть небольшая территория с субтропическим </a:t>
            </a:r>
            <a:r>
              <a:rPr lang="ru-RU" sz="2400" dirty="0" smtClean="0"/>
              <a:t>климатом</a:t>
            </a:r>
            <a:endParaRPr lang="ru-RU" sz="2400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214678" y="2071678"/>
            <a:ext cx="2643206" cy="2357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Здесь находится крайняя южная точка России – близ </a:t>
            </a:r>
            <a:r>
              <a:rPr lang="ru-RU" sz="2000" dirty="0" err="1" smtClean="0"/>
              <a:t>г.Базардюзю</a:t>
            </a:r>
            <a:r>
              <a:rPr lang="ru-RU" sz="2000" dirty="0" smtClean="0"/>
              <a:t> на границе с Азербайджаном</a:t>
            </a:r>
            <a:endParaRPr lang="ru-RU" sz="2000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3214678" y="2071678"/>
            <a:ext cx="2643206" cy="2357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Здесь находится  высочайшая точка России г.Эльбрус </a:t>
            </a:r>
          </a:p>
          <a:p>
            <a:pPr algn="ctr"/>
            <a:r>
              <a:rPr lang="ru-RU" sz="2000" dirty="0" smtClean="0"/>
              <a:t>5 642 м</a:t>
            </a:r>
            <a:endParaRPr lang="ru-RU" sz="2000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3214678" y="2071678"/>
            <a:ext cx="2643206" cy="2357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В горах Кавказа  больше всего в России высотных поясов от </a:t>
            </a:r>
            <a:r>
              <a:rPr lang="ru-RU" sz="2000" dirty="0" err="1" smtClean="0"/>
              <a:t>широколиствен-ных</a:t>
            </a:r>
            <a:r>
              <a:rPr lang="ru-RU" sz="2000" dirty="0" smtClean="0"/>
              <a:t> лесов до ледников</a:t>
            </a:r>
            <a:endParaRPr lang="ru-RU" sz="2000" dirty="0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3214678" y="2071678"/>
            <a:ext cx="2643206" cy="2357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По размерам площади этот район занимает последнее место из природных районов России</a:t>
            </a:r>
            <a:endParaRPr lang="ru-RU" sz="2000" dirty="0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3214678" y="2071678"/>
            <a:ext cx="2643206" cy="2357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Плодородные черноземы и каштановые почвы -  главное богатство Северного Кавказа</a:t>
            </a:r>
            <a:endParaRPr lang="ru-RU" sz="2000" dirty="0"/>
          </a:p>
        </p:txBody>
      </p:sp>
      <p:pic>
        <p:nvPicPr>
          <p:cNvPr id="23" name="Рисунок 22" descr="j0431722[1].jp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678761" y="1857364"/>
            <a:ext cx="1607355" cy="1071570"/>
          </a:xfrm>
          <a:prstGeom prst="round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7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xit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7" grpId="1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6" grpId="3" animBg="1"/>
      <p:bldP spid="20" grpId="0" animBg="1"/>
      <p:bldP spid="20" grpId="1" animBg="1"/>
      <p:bldP spid="20" grpId="2" animBg="1"/>
      <p:bldP spid="20" grpId="3" animBg="1"/>
      <p:bldP spid="20" grpId="4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5400" dirty="0" smtClean="0"/>
              <a:t>Спасибо за внимание!</a:t>
            </a:r>
            <a:br>
              <a:rPr lang="ru-RU" sz="5400" dirty="0" smtClean="0"/>
            </a:br>
            <a:endParaRPr lang="ru-RU" sz="5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941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4220</TotalTime>
  <Words>658</Words>
  <Application>Microsoft Office PowerPoint</Application>
  <PresentationFormat>Экран (4:3)</PresentationFormat>
  <Paragraphs>135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Constantia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Особенности природы Северного Кавказа</dc:title>
  <dc:subject>Природные районы России</dc:subject>
  <dc:creator>123</dc:creator>
  <cp:lastModifiedBy>varetinymi@gmail.com</cp:lastModifiedBy>
  <cp:revision>3397</cp:revision>
  <dcterms:created xsi:type="dcterms:W3CDTF">2010-01-30T06:10:34Z</dcterms:created>
  <dcterms:modified xsi:type="dcterms:W3CDTF">2021-01-27T17:32:35Z</dcterms:modified>
</cp:coreProperties>
</file>